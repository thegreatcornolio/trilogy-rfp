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56" r:id="rId5"/>
    <p:sldId id="257" r:id="rId6"/>
    <p:sldId id="259" r:id="rId7"/>
    <p:sldId id="2147468930" r:id="rId8"/>
    <p:sldId id="2147468933" r:id="rId9"/>
    <p:sldId id="214746893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5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5B8DB5E-2B94-4108-8294-951B6A6089B1}" name="Craig Shalekoff" initials="" userId="S::craigs@trilogycx.com::cdf4c69e-9afe-4908-bac7-b9e3a3eadf7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E46A"/>
    <a:srgbClr val="CAEA6F"/>
    <a:srgbClr val="FDCA07"/>
    <a:srgbClr val="0C1926"/>
    <a:srgbClr val="043E3E"/>
    <a:srgbClr val="49FE0C"/>
    <a:srgbClr val="4AC50E"/>
    <a:srgbClr val="71AD47"/>
    <a:srgbClr val="BA2CD4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619ECA-5236-2043-8AB0-04E722DC73B2}" v="27" dt="2026-08-12T10:25:11.137"/>
  </p1510:revLst>
</p1510:revInfo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590"/>
    <p:restoredTop sz="96054"/>
  </p:normalViewPr>
  <p:slideViewPr>
    <p:cSldViewPr snapToGrid="0">
      <p:cViewPr>
        <p:scale>
          <a:sx n="134" d="100"/>
          <a:sy n="134" d="100"/>
        </p:scale>
        <p:origin x="808" y="144"/>
      </p:cViewPr>
      <p:guideLst>
        <p:guide orient="horz" pos="55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raig Shalekoff" userId="e3287485-232c-4f14-8163-f81c9b111480" providerId="ADAL" clId="{D92329EA-77D3-52B4-9BC6-E67D2BAED969}"/>
    <pc:docChg chg="undo redo custSel delSld modSld">
      <pc:chgData name="Craig Shalekoff" userId="e3287485-232c-4f14-8163-f81c9b111480" providerId="ADAL" clId="{D92329EA-77D3-52B4-9BC6-E67D2BAED969}" dt="2026-08-12T10:26:26.770" v="2089" actId="207"/>
      <pc:docMkLst>
        <pc:docMk/>
      </pc:docMkLst>
      <pc:sldChg chg="delSp modSp mod">
        <pc:chgData name="Craig Shalekoff" userId="e3287485-232c-4f14-8163-f81c9b111480" providerId="ADAL" clId="{D92329EA-77D3-52B4-9BC6-E67D2BAED969}" dt="2026-08-12T10:26:05.597" v="2084" actId="207"/>
        <pc:sldMkLst>
          <pc:docMk/>
          <pc:sldMk cId="0" sldId="256"/>
        </pc:sldMkLst>
        <pc:spChg chg="mod">
          <ac:chgData name="Craig Shalekoff" userId="e3287485-232c-4f14-8163-f81c9b111480" providerId="ADAL" clId="{D92329EA-77D3-52B4-9BC6-E67D2BAED969}" dt="2026-08-12T10:25:59.230" v="2082" actId="207"/>
          <ac:spMkLst>
            <pc:docMk/>
            <pc:sldMk cId="0" sldId="256"/>
            <ac:spMk id="3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10:26:05.597" v="2084" actId="207"/>
          <ac:spMkLst>
            <pc:docMk/>
            <pc:sldMk cId="0" sldId="256"/>
            <ac:spMk id="5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10:18:52.135" v="2022" actId="20577"/>
          <ac:spMkLst>
            <pc:docMk/>
            <pc:sldMk cId="0" sldId="256"/>
            <ac:spMk id="6" creationId="{00000000-0000-0000-0000-000000000000}"/>
          </ac:spMkLst>
        </pc:spChg>
        <pc:spChg chg="del">
          <ac:chgData name="Craig Shalekoff" userId="e3287485-232c-4f14-8163-f81c9b111480" providerId="ADAL" clId="{D92329EA-77D3-52B4-9BC6-E67D2BAED969}" dt="2026-08-12T10:19:30.559" v="2039" actId="478"/>
          <ac:spMkLst>
            <pc:docMk/>
            <pc:sldMk cId="0" sldId="256"/>
            <ac:spMk id="9" creationId="{00000000-0000-0000-0000-000000000000}"/>
          </ac:spMkLst>
        </pc:spChg>
      </pc:sldChg>
      <pc:sldChg chg="addSp delSp modSp mod">
        <pc:chgData name="Craig Shalekoff" userId="e3287485-232c-4f14-8163-f81c9b111480" providerId="ADAL" clId="{D92329EA-77D3-52B4-9BC6-E67D2BAED969}" dt="2026-08-12T10:26:12.803" v="2085" actId="207"/>
        <pc:sldMkLst>
          <pc:docMk/>
          <pc:sldMk cId="0" sldId="257"/>
        </pc:sldMkLst>
        <pc:spChg chg="mod">
          <ac:chgData name="Craig Shalekoff" userId="e3287485-232c-4f14-8163-f81c9b111480" providerId="ADAL" clId="{D92329EA-77D3-52B4-9BC6-E67D2BAED969}" dt="2026-08-12T10:26:12.803" v="2085" actId="207"/>
          <ac:spMkLst>
            <pc:docMk/>
            <pc:sldMk cId="0" sldId="257"/>
            <ac:spMk id="2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10:21:06.686" v="2053" actId="1076"/>
          <ac:spMkLst>
            <pc:docMk/>
            <pc:sldMk cId="0" sldId="257"/>
            <ac:spMk id="5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10:22:10.970" v="2065" actId="1076"/>
          <ac:spMkLst>
            <pc:docMk/>
            <pc:sldMk cId="0" sldId="257"/>
            <ac:spMk id="7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10:20:25.970" v="2045" actId="1076"/>
          <ac:spMkLst>
            <pc:docMk/>
            <pc:sldMk cId="0" sldId="257"/>
            <ac:spMk id="8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10:20:08.837" v="2042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10:20:15.769" v="2044" actId="1076"/>
          <ac:spMkLst>
            <pc:docMk/>
            <pc:sldMk cId="0" sldId="257"/>
            <ac:spMk id="10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10:20:08.837" v="2042" actId="1076"/>
          <ac:spMkLst>
            <pc:docMk/>
            <pc:sldMk cId="0" sldId="257"/>
            <ac:spMk id="11" creationId="{00000000-0000-0000-0000-000000000000}"/>
          </ac:spMkLst>
        </pc:spChg>
        <pc:spChg chg="del">
          <ac:chgData name="Craig Shalekoff" userId="e3287485-232c-4f14-8163-f81c9b111480" providerId="ADAL" clId="{D92329EA-77D3-52B4-9BC6-E67D2BAED969}" dt="2026-08-12T10:24:53.529" v="2075" actId="478"/>
          <ac:spMkLst>
            <pc:docMk/>
            <pc:sldMk cId="0" sldId="257"/>
            <ac:spMk id="12" creationId="{00000000-0000-0000-0000-000000000000}"/>
          </ac:spMkLst>
        </pc:spChg>
        <pc:spChg chg="add mod">
          <ac:chgData name="Craig Shalekoff" userId="e3287485-232c-4f14-8163-f81c9b111480" providerId="ADAL" clId="{D92329EA-77D3-52B4-9BC6-E67D2BAED969}" dt="2026-08-12T09:30:48.988" v="20" actId="14100"/>
          <ac:spMkLst>
            <pc:docMk/>
            <pc:sldMk cId="0" sldId="257"/>
            <ac:spMk id="14" creationId="{B37CCBA0-C4C4-0335-206E-5ACC1A6CA047}"/>
          </ac:spMkLst>
        </pc:spChg>
        <pc:spChg chg="add mod">
          <ac:chgData name="Craig Shalekoff" userId="e3287485-232c-4f14-8163-f81c9b111480" providerId="ADAL" clId="{D92329EA-77D3-52B4-9BC6-E67D2BAED969}" dt="2026-08-12T09:30:33.359" v="18"/>
          <ac:spMkLst>
            <pc:docMk/>
            <pc:sldMk cId="0" sldId="257"/>
            <ac:spMk id="15" creationId="{FF79E1FC-B18F-D112-646C-86DE60D77088}"/>
          </ac:spMkLst>
        </pc:spChg>
        <pc:spChg chg="add mod">
          <ac:chgData name="Craig Shalekoff" userId="e3287485-232c-4f14-8163-f81c9b111480" providerId="ADAL" clId="{D92329EA-77D3-52B4-9BC6-E67D2BAED969}" dt="2026-08-12T09:30:33.359" v="18"/>
          <ac:spMkLst>
            <pc:docMk/>
            <pc:sldMk cId="0" sldId="257"/>
            <ac:spMk id="16" creationId="{DA5B9627-0268-AC58-EE78-423353A47176}"/>
          </ac:spMkLst>
        </pc:spChg>
        <pc:spChg chg="add mod">
          <ac:chgData name="Craig Shalekoff" userId="e3287485-232c-4f14-8163-f81c9b111480" providerId="ADAL" clId="{D92329EA-77D3-52B4-9BC6-E67D2BAED969}" dt="2026-08-12T09:30:33.359" v="18"/>
          <ac:spMkLst>
            <pc:docMk/>
            <pc:sldMk cId="0" sldId="257"/>
            <ac:spMk id="17" creationId="{EE8E6DB4-4233-9146-42D1-5752567DF42F}"/>
          </ac:spMkLst>
        </pc:spChg>
        <pc:spChg chg="add mod">
          <ac:chgData name="Craig Shalekoff" userId="e3287485-232c-4f14-8163-f81c9b111480" providerId="ADAL" clId="{D92329EA-77D3-52B4-9BC6-E67D2BAED969}" dt="2026-08-12T09:30:33.359" v="18"/>
          <ac:spMkLst>
            <pc:docMk/>
            <pc:sldMk cId="0" sldId="257"/>
            <ac:spMk id="18" creationId="{1DE90A22-5B07-EACC-82CB-7C28CCF90BCD}"/>
          </ac:spMkLst>
        </pc:spChg>
        <pc:spChg chg="add mod">
          <ac:chgData name="Craig Shalekoff" userId="e3287485-232c-4f14-8163-f81c9b111480" providerId="ADAL" clId="{D92329EA-77D3-52B4-9BC6-E67D2BAED969}" dt="2026-08-12T09:30:33.359" v="18"/>
          <ac:spMkLst>
            <pc:docMk/>
            <pc:sldMk cId="0" sldId="257"/>
            <ac:spMk id="19" creationId="{83B4B59E-6381-BEA0-0711-74194DE5EB5B}"/>
          </ac:spMkLst>
        </pc:spChg>
        <pc:spChg chg="add mod">
          <ac:chgData name="Craig Shalekoff" userId="e3287485-232c-4f14-8163-f81c9b111480" providerId="ADAL" clId="{D92329EA-77D3-52B4-9BC6-E67D2BAED969}" dt="2026-08-12T09:30:33.359" v="18"/>
          <ac:spMkLst>
            <pc:docMk/>
            <pc:sldMk cId="0" sldId="257"/>
            <ac:spMk id="20" creationId="{676C6473-9F16-F30E-9258-249271DB491B}"/>
          </ac:spMkLst>
        </pc:spChg>
        <pc:spChg chg="add mod">
          <ac:chgData name="Craig Shalekoff" userId="e3287485-232c-4f14-8163-f81c9b111480" providerId="ADAL" clId="{D92329EA-77D3-52B4-9BC6-E67D2BAED969}" dt="2026-08-12T09:30:33.359" v="18"/>
          <ac:spMkLst>
            <pc:docMk/>
            <pc:sldMk cId="0" sldId="257"/>
            <ac:spMk id="21" creationId="{FA4DC0EE-568F-8667-2BB2-183309771C79}"/>
          </ac:spMkLst>
        </pc:spChg>
        <pc:spChg chg="add mod">
          <ac:chgData name="Craig Shalekoff" userId="e3287485-232c-4f14-8163-f81c9b111480" providerId="ADAL" clId="{D92329EA-77D3-52B4-9BC6-E67D2BAED969}" dt="2026-08-12T09:30:33.359" v="18"/>
          <ac:spMkLst>
            <pc:docMk/>
            <pc:sldMk cId="0" sldId="257"/>
            <ac:spMk id="22" creationId="{9EFE7D20-E9B3-8D6A-C63C-3256BCC983D1}"/>
          </ac:spMkLst>
        </pc:spChg>
        <pc:spChg chg="add mod">
          <ac:chgData name="Craig Shalekoff" userId="e3287485-232c-4f14-8163-f81c9b111480" providerId="ADAL" clId="{D92329EA-77D3-52B4-9BC6-E67D2BAED969}" dt="2026-08-12T09:30:33.359" v="18"/>
          <ac:spMkLst>
            <pc:docMk/>
            <pc:sldMk cId="0" sldId="257"/>
            <ac:spMk id="23" creationId="{5E479956-333E-7879-1047-81CA3B706F15}"/>
          </ac:spMkLst>
        </pc:spChg>
        <pc:spChg chg="add mod">
          <ac:chgData name="Craig Shalekoff" userId="e3287485-232c-4f14-8163-f81c9b111480" providerId="ADAL" clId="{D92329EA-77D3-52B4-9BC6-E67D2BAED969}" dt="2026-08-12T09:31:48.427" v="31" actId="14100"/>
          <ac:spMkLst>
            <pc:docMk/>
            <pc:sldMk cId="0" sldId="257"/>
            <ac:spMk id="29" creationId="{971527D9-7F0F-E85D-3D67-EB0943CB839F}"/>
          </ac:spMkLst>
        </pc:spChg>
        <pc:spChg chg="add mod">
          <ac:chgData name="Craig Shalekoff" userId="e3287485-232c-4f14-8163-f81c9b111480" providerId="ADAL" clId="{D92329EA-77D3-52B4-9BC6-E67D2BAED969}" dt="2026-08-12T09:30:58.327" v="21"/>
          <ac:spMkLst>
            <pc:docMk/>
            <pc:sldMk cId="0" sldId="257"/>
            <ac:spMk id="30" creationId="{B5D75DE4-B531-98C3-5FDA-77D5CEB84291}"/>
          </ac:spMkLst>
        </pc:spChg>
        <pc:spChg chg="add mod">
          <ac:chgData name="Craig Shalekoff" userId="e3287485-232c-4f14-8163-f81c9b111480" providerId="ADAL" clId="{D92329EA-77D3-52B4-9BC6-E67D2BAED969}" dt="2026-08-12T09:30:58.327" v="21"/>
          <ac:spMkLst>
            <pc:docMk/>
            <pc:sldMk cId="0" sldId="257"/>
            <ac:spMk id="31" creationId="{349F346F-3995-D700-E9DA-AD1D132744F0}"/>
          </ac:spMkLst>
        </pc:spChg>
        <pc:spChg chg="add mod">
          <ac:chgData name="Craig Shalekoff" userId="e3287485-232c-4f14-8163-f81c9b111480" providerId="ADAL" clId="{D92329EA-77D3-52B4-9BC6-E67D2BAED969}" dt="2026-08-12T09:30:58.327" v="21"/>
          <ac:spMkLst>
            <pc:docMk/>
            <pc:sldMk cId="0" sldId="257"/>
            <ac:spMk id="32" creationId="{7DA56D7A-59F1-C376-D86A-F618AFACA451}"/>
          </ac:spMkLst>
        </pc:spChg>
        <pc:spChg chg="add mod">
          <ac:chgData name="Craig Shalekoff" userId="e3287485-232c-4f14-8163-f81c9b111480" providerId="ADAL" clId="{D92329EA-77D3-52B4-9BC6-E67D2BAED969}" dt="2026-08-12T09:30:58.327" v="21"/>
          <ac:spMkLst>
            <pc:docMk/>
            <pc:sldMk cId="0" sldId="257"/>
            <ac:spMk id="33" creationId="{753F5C02-FF1C-D5D9-341D-416F05764B3C}"/>
          </ac:spMkLst>
        </pc:spChg>
        <pc:spChg chg="add mod">
          <ac:chgData name="Craig Shalekoff" userId="e3287485-232c-4f14-8163-f81c9b111480" providerId="ADAL" clId="{D92329EA-77D3-52B4-9BC6-E67D2BAED969}" dt="2026-08-12T09:30:58.327" v="21"/>
          <ac:spMkLst>
            <pc:docMk/>
            <pc:sldMk cId="0" sldId="257"/>
            <ac:spMk id="34" creationId="{110B7791-09FA-1FC0-5881-16348AEE0BDF}"/>
          </ac:spMkLst>
        </pc:spChg>
        <pc:spChg chg="add mod">
          <ac:chgData name="Craig Shalekoff" userId="e3287485-232c-4f14-8163-f81c9b111480" providerId="ADAL" clId="{D92329EA-77D3-52B4-9BC6-E67D2BAED969}" dt="2026-08-12T09:30:58.327" v="21"/>
          <ac:spMkLst>
            <pc:docMk/>
            <pc:sldMk cId="0" sldId="257"/>
            <ac:spMk id="35" creationId="{935E5D78-A54E-3353-6D97-FE2F3B58DF37}"/>
          </ac:spMkLst>
        </pc:spChg>
        <pc:spChg chg="add mod">
          <ac:chgData name="Craig Shalekoff" userId="e3287485-232c-4f14-8163-f81c9b111480" providerId="ADAL" clId="{D92329EA-77D3-52B4-9BC6-E67D2BAED969}" dt="2026-08-12T09:30:58.327" v="21"/>
          <ac:spMkLst>
            <pc:docMk/>
            <pc:sldMk cId="0" sldId="257"/>
            <ac:spMk id="36" creationId="{F7E0DCD1-C0A8-4068-B7CB-464822D0B68A}"/>
          </ac:spMkLst>
        </pc:spChg>
        <pc:spChg chg="add mod">
          <ac:chgData name="Craig Shalekoff" userId="e3287485-232c-4f14-8163-f81c9b111480" providerId="ADAL" clId="{D92329EA-77D3-52B4-9BC6-E67D2BAED969}" dt="2026-08-12T09:31:47.969" v="30" actId="1076"/>
          <ac:spMkLst>
            <pc:docMk/>
            <pc:sldMk cId="0" sldId="257"/>
            <ac:spMk id="37" creationId="{A128A49C-D406-1BEE-D53C-D9BA4F55F159}"/>
          </ac:spMkLst>
        </pc:spChg>
        <pc:spChg chg="add mod">
          <ac:chgData name="Craig Shalekoff" userId="e3287485-232c-4f14-8163-f81c9b111480" providerId="ADAL" clId="{D92329EA-77D3-52B4-9BC6-E67D2BAED969}" dt="2026-08-12T09:30:58.327" v="21"/>
          <ac:spMkLst>
            <pc:docMk/>
            <pc:sldMk cId="0" sldId="257"/>
            <ac:spMk id="38" creationId="{8749E63C-CB75-58FF-4F94-2A0934E87158}"/>
          </ac:spMkLst>
        </pc:spChg>
        <pc:spChg chg="add mod">
          <ac:chgData name="Craig Shalekoff" userId="e3287485-232c-4f14-8163-f81c9b111480" providerId="ADAL" clId="{D92329EA-77D3-52B4-9BC6-E67D2BAED969}" dt="2026-08-12T09:31:59.792" v="34" actId="14100"/>
          <ac:spMkLst>
            <pc:docMk/>
            <pc:sldMk cId="0" sldId="257"/>
            <ac:spMk id="44" creationId="{7359720E-4975-BDE0-DF62-9FF4C22E0CB2}"/>
          </ac:spMkLst>
        </pc:spChg>
        <pc:spChg chg="add mod">
          <ac:chgData name="Craig Shalekoff" userId="e3287485-232c-4f14-8163-f81c9b111480" providerId="ADAL" clId="{D92329EA-77D3-52B4-9BC6-E67D2BAED969}" dt="2026-08-12T09:31:50.917" v="32"/>
          <ac:spMkLst>
            <pc:docMk/>
            <pc:sldMk cId="0" sldId="257"/>
            <ac:spMk id="45" creationId="{64910520-558B-C34A-EE38-59C0011BAE01}"/>
          </ac:spMkLst>
        </pc:spChg>
        <pc:spChg chg="add mod">
          <ac:chgData name="Craig Shalekoff" userId="e3287485-232c-4f14-8163-f81c9b111480" providerId="ADAL" clId="{D92329EA-77D3-52B4-9BC6-E67D2BAED969}" dt="2026-08-12T09:31:50.917" v="32"/>
          <ac:spMkLst>
            <pc:docMk/>
            <pc:sldMk cId="0" sldId="257"/>
            <ac:spMk id="46" creationId="{DC08D04C-A346-77AF-A71B-447E8554CA42}"/>
          </ac:spMkLst>
        </pc:spChg>
        <pc:spChg chg="add mod">
          <ac:chgData name="Craig Shalekoff" userId="e3287485-232c-4f14-8163-f81c9b111480" providerId="ADAL" clId="{D92329EA-77D3-52B4-9BC6-E67D2BAED969}" dt="2026-08-12T09:31:50.917" v="32"/>
          <ac:spMkLst>
            <pc:docMk/>
            <pc:sldMk cId="0" sldId="257"/>
            <ac:spMk id="47" creationId="{A8FA85F4-6995-E265-CD81-468CA2C7E716}"/>
          </ac:spMkLst>
        </pc:spChg>
        <pc:spChg chg="add mod">
          <ac:chgData name="Craig Shalekoff" userId="e3287485-232c-4f14-8163-f81c9b111480" providerId="ADAL" clId="{D92329EA-77D3-52B4-9BC6-E67D2BAED969}" dt="2026-08-12T09:31:50.917" v="32"/>
          <ac:spMkLst>
            <pc:docMk/>
            <pc:sldMk cId="0" sldId="257"/>
            <ac:spMk id="48" creationId="{82F4A824-E90E-1FB2-FA3F-342D349F8A54}"/>
          </ac:spMkLst>
        </pc:spChg>
        <pc:spChg chg="add mod">
          <ac:chgData name="Craig Shalekoff" userId="e3287485-232c-4f14-8163-f81c9b111480" providerId="ADAL" clId="{D92329EA-77D3-52B4-9BC6-E67D2BAED969}" dt="2026-08-12T09:31:50.917" v="32"/>
          <ac:spMkLst>
            <pc:docMk/>
            <pc:sldMk cId="0" sldId="257"/>
            <ac:spMk id="49" creationId="{FD8D77E2-95B9-2BF5-6E74-AE248887E7CE}"/>
          </ac:spMkLst>
        </pc:spChg>
        <pc:spChg chg="add mod">
          <ac:chgData name="Craig Shalekoff" userId="e3287485-232c-4f14-8163-f81c9b111480" providerId="ADAL" clId="{D92329EA-77D3-52B4-9BC6-E67D2BAED969}" dt="2026-08-12T09:31:50.917" v="32"/>
          <ac:spMkLst>
            <pc:docMk/>
            <pc:sldMk cId="0" sldId="257"/>
            <ac:spMk id="50" creationId="{F00CA12B-2B16-B93B-0239-A813045141F1}"/>
          </ac:spMkLst>
        </pc:spChg>
        <pc:spChg chg="add mod">
          <ac:chgData name="Craig Shalekoff" userId="e3287485-232c-4f14-8163-f81c9b111480" providerId="ADAL" clId="{D92329EA-77D3-52B4-9BC6-E67D2BAED969}" dt="2026-08-12T09:31:50.917" v="32"/>
          <ac:spMkLst>
            <pc:docMk/>
            <pc:sldMk cId="0" sldId="257"/>
            <ac:spMk id="51" creationId="{9B61F0B6-C47A-79E2-A8CA-A8480A90EFEE}"/>
          </ac:spMkLst>
        </pc:spChg>
        <pc:spChg chg="add mod">
          <ac:chgData name="Craig Shalekoff" userId="e3287485-232c-4f14-8163-f81c9b111480" providerId="ADAL" clId="{D92329EA-77D3-52B4-9BC6-E67D2BAED969}" dt="2026-08-12T09:31:50.917" v="32"/>
          <ac:spMkLst>
            <pc:docMk/>
            <pc:sldMk cId="0" sldId="257"/>
            <ac:spMk id="52" creationId="{83B62037-E16D-9987-C0D4-AA1D52887A38}"/>
          </ac:spMkLst>
        </pc:spChg>
        <pc:spChg chg="add mod">
          <ac:chgData name="Craig Shalekoff" userId="e3287485-232c-4f14-8163-f81c9b111480" providerId="ADAL" clId="{D92329EA-77D3-52B4-9BC6-E67D2BAED969}" dt="2026-08-12T09:31:50.917" v="32"/>
          <ac:spMkLst>
            <pc:docMk/>
            <pc:sldMk cId="0" sldId="257"/>
            <ac:spMk id="53" creationId="{7BC9AB5C-323A-B9A2-246B-71BA177096E0}"/>
          </ac:spMkLst>
        </pc:spChg>
        <pc:picChg chg="del">
          <ac:chgData name="Craig Shalekoff" userId="e3287485-232c-4f14-8163-f81c9b111480" providerId="ADAL" clId="{D92329EA-77D3-52B4-9BC6-E67D2BAED969}" dt="2026-08-12T10:20:33.315" v="2046" actId="478"/>
          <ac:picMkLst>
            <pc:docMk/>
            <pc:sldMk cId="0" sldId="257"/>
            <ac:picMk id="6" creationId="{00000000-0000-0000-0000-000000000000}"/>
          </ac:picMkLst>
        </pc:picChg>
        <pc:picChg chg="add del mod">
          <ac:chgData name="Craig Shalekoff" userId="e3287485-232c-4f14-8163-f81c9b111480" providerId="ADAL" clId="{D92329EA-77D3-52B4-9BC6-E67D2BAED969}" dt="2026-08-12T09:30:32.038" v="17" actId="478"/>
          <ac:picMkLst>
            <pc:docMk/>
            <pc:sldMk cId="0" sldId="257"/>
            <ac:picMk id="13" creationId="{2D1042A6-5BE9-1A4A-769E-31F8E487FD0A}"/>
          </ac:picMkLst>
        </pc:picChg>
        <pc:picChg chg="add mod">
          <ac:chgData name="Craig Shalekoff" userId="e3287485-232c-4f14-8163-f81c9b111480" providerId="ADAL" clId="{D92329EA-77D3-52B4-9BC6-E67D2BAED969}" dt="2026-08-12T10:25:00.636" v="2077" actId="1076"/>
          <ac:picMkLst>
            <pc:docMk/>
            <pc:sldMk cId="0" sldId="257"/>
            <ac:picMk id="59" creationId="{B5B759EE-6BA1-96F1-DBEB-B02B520626C9}"/>
          </ac:picMkLst>
        </pc:picChg>
        <pc:picChg chg="add del mod">
          <ac:chgData name="Craig Shalekoff" userId="e3287485-232c-4f14-8163-f81c9b111480" providerId="ADAL" clId="{D92329EA-77D3-52B4-9BC6-E67D2BAED969}" dt="2026-08-12T10:21:09.737" v="2054" actId="478"/>
          <ac:picMkLst>
            <pc:docMk/>
            <pc:sldMk cId="0" sldId="257"/>
            <ac:picMk id="61" creationId="{5BB7F338-E09D-A82C-9177-32A57D85ED1C}"/>
          </ac:picMkLst>
        </pc:picChg>
        <pc:picChg chg="add del mod">
          <ac:chgData name="Craig Shalekoff" userId="e3287485-232c-4f14-8163-f81c9b111480" providerId="ADAL" clId="{D92329EA-77D3-52B4-9BC6-E67D2BAED969}" dt="2026-08-12T10:21:31.740" v="2057" actId="478"/>
          <ac:picMkLst>
            <pc:docMk/>
            <pc:sldMk cId="0" sldId="257"/>
            <ac:picMk id="63" creationId="{3B686D92-D87F-DFA2-36D6-7E7D16633BFC}"/>
          </ac:picMkLst>
        </pc:picChg>
        <pc:picChg chg="add mod">
          <ac:chgData name="Craig Shalekoff" userId="e3287485-232c-4f14-8163-f81c9b111480" providerId="ADAL" clId="{D92329EA-77D3-52B4-9BC6-E67D2BAED969}" dt="2026-08-12T10:22:04.885" v="2064" actId="1037"/>
          <ac:picMkLst>
            <pc:docMk/>
            <pc:sldMk cId="0" sldId="257"/>
            <ac:picMk id="65" creationId="{FFDEC9A9-AD0F-1C58-2ABE-8A0F9849AB3A}"/>
          </ac:picMkLst>
        </pc:picChg>
      </pc:sldChg>
      <pc:sldChg chg="modSp del mod">
        <pc:chgData name="Craig Shalekoff" userId="e3287485-232c-4f14-8163-f81c9b111480" providerId="ADAL" clId="{D92329EA-77D3-52B4-9BC6-E67D2BAED969}" dt="2026-08-12T09:36:45.989" v="132" actId="2696"/>
        <pc:sldMkLst>
          <pc:docMk/>
          <pc:sldMk cId="0" sldId="258"/>
        </pc:sldMkLst>
        <pc:spChg chg="mod">
          <ac:chgData name="Craig Shalekoff" userId="e3287485-232c-4f14-8163-f81c9b111480" providerId="ADAL" clId="{D92329EA-77D3-52B4-9BC6-E67D2BAED969}" dt="2026-08-12T09:29:40.972" v="9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33:14.089" v="43" actId="107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33:18.348" v="52" actId="1035"/>
          <ac:spMkLst>
            <pc:docMk/>
            <pc:sldMk cId="0" sldId="258"/>
            <ac:spMk id="17" creationId="{00000000-0000-0000-0000-000000000000}"/>
          </ac:spMkLst>
        </pc:spChg>
      </pc:sldChg>
      <pc:sldChg chg="addSp delSp modSp mod">
        <pc:chgData name="Craig Shalekoff" userId="e3287485-232c-4f14-8163-f81c9b111480" providerId="ADAL" clId="{D92329EA-77D3-52B4-9BC6-E67D2BAED969}" dt="2026-08-12T10:26:16.403" v="2086" actId="207"/>
        <pc:sldMkLst>
          <pc:docMk/>
          <pc:sldMk cId="0" sldId="259"/>
        </pc:sldMkLst>
        <pc:spChg chg="mod">
          <ac:chgData name="Craig Shalekoff" userId="e3287485-232c-4f14-8163-f81c9b111480" providerId="ADAL" clId="{D92329EA-77D3-52B4-9BC6-E67D2BAED969}" dt="2026-08-12T10:26:16.403" v="2086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10:07:26.690" v="1400" actId="33524"/>
          <ac:spMkLst>
            <pc:docMk/>
            <pc:sldMk cId="0" sldId="259"/>
            <ac:spMk id="4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10:04:34.471" v="1102" actId="14100"/>
          <ac:spMkLst>
            <pc:docMk/>
            <pc:sldMk cId="0" sldId="259"/>
            <ac:spMk id="5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10:22:31.003" v="2066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10:04:42.505" v="1105" actId="14100"/>
          <ac:spMkLst>
            <pc:docMk/>
            <pc:sldMk cId="0" sldId="259"/>
            <ac:spMk id="11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10:05:53.786" v="1266" actId="2057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10:10:24.657" v="1635" actId="2057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10:10:00.037" v="1628" actId="1076"/>
          <ac:spMkLst>
            <pc:docMk/>
            <pc:sldMk cId="0" sldId="259"/>
            <ac:spMk id="17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10:07:32.507" v="1408" actId="20577"/>
          <ac:spMkLst>
            <pc:docMk/>
            <pc:sldMk cId="0" sldId="259"/>
            <ac:spMk id="20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10:10:10.386" v="1631" actId="20577"/>
          <ac:spMkLst>
            <pc:docMk/>
            <pc:sldMk cId="0" sldId="259"/>
            <ac:spMk id="21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10:12:15.853" v="1825" actId="14100"/>
          <ac:spMkLst>
            <pc:docMk/>
            <pc:sldMk cId="0" sldId="259"/>
            <ac:spMk id="23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10:03:30.612" v="1001" actId="20577"/>
          <ac:spMkLst>
            <pc:docMk/>
            <pc:sldMk cId="0" sldId="259"/>
            <ac:spMk id="26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10:13:21.306" v="1838" actId="120"/>
          <ac:spMkLst>
            <pc:docMk/>
            <pc:sldMk cId="0" sldId="259"/>
            <ac:spMk id="27" creationId="{00000000-0000-0000-0000-000000000000}"/>
          </ac:spMkLst>
        </pc:spChg>
        <pc:spChg chg="del mod">
          <ac:chgData name="Craig Shalekoff" userId="e3287485-232c-4f14-8163-f81c9b111480" providerId="ADAL" clId="{D92329EA-77D3-52B4-9BC6-E67D2BAED969}" dt="2026-08-12T10:25:04.352" v="2078" actId="478"/>
          <ac:spMkLst>
            <pc:docMk/>
            <pc:sldMk cId="0" sldId="259"/>
            <ac:spMk id="28" creationId="{00000000-0000-0000-0000-000000000000}"/>
          </ac:spMkLst>
        </pc:spChg>
        <pc:spChg chg="add mod">
          <ac:chgData name="Craig Shalekoff" userId="e3287485-232c-4f14-8163-f81c9b111480" providerId="ADAL" clId="{D92329EA-77D3-52B4-9BC6-E67D2BAED969}" dt="2026-08-12T10:11:14.105" v="1709" actId="1076"/>
          <ac:spMkLst>
            <pc:docMk/>
            <pc:sldMk cId="0" sldId="259"/>
            <ac:spMk id="30" creationId="{9530DB94-8FEA-E26C-227C-287098B0A5F7}"/>
          </ac:spMkLst>
        </pc:spChg>
      </pc:sldChg>
      <pc:sldChg chg="delSp modSp mod">
        <pc:chgData name="Craig Shalekoff" userId="e3287485-232c-4f14-8163-f81c9b111480" providerId="ADAL" clId="{D92329EA-77D3-52B4-9BC6-E67D2BAED969}" dt="2026-08-12T10:26:20.053" v="2087" actId="207"/>
        <pc:sldMkLst>
          <pc:docMk/>
          <pc:sldMk cId="0" sldId="2147468930"/>
        </pc:sldMkLst>
        <pc:spChg chg="mod">
          <ac:chgData name="Craig Shalekoff" userId="e3287485-232c-4f14-8163-f81c9b111480" providerId="ADAL" clId="{D92329EA-77D3-52B4-9BC6-E67D2BAED969}" dt="2026-08-12T10:26:20.053" v="2087" actId="207"/>
          <ac:spMkLst>
            <pc:docMk/>
            <pc:sldMk cId="0" sldId="2147468930"/>
            <ac:spMk id="2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34:56.758" v="101" actId="20577"/>
          <ac:spMkLst>
            <pc:docMk/>
            <pc:sldMk cId="0" sldId="2147468930"/>
            <ac:spMk id="3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36:06.691" v="119" actId="14100"/>
          <ac:spMkLst>
            <pc:docMk/>
            <pc:sldMk cId="0" sldId="2147468930"/>
            <ac:spMk id="5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34:39.373" v="78" actId="1035"/>
          <ac:spMkLst>
            <pc:docMk/>
            <pc:sldMk cId="0" sldId="2147468930"/>
            <ac:spMk id="8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36:06.691" v="119" actId="14100"/>
          <ac:spMkLst>
            <pc:docMk/>
            <pc:sldMk cId="0" sldId="2147468930"/>
            <ac:spMk id="10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36:00.510" v="118" actId="1036"/>
          <ac:spMkLst>
            <pc:docMk/>
            <pc:sldMk cId="0" sldId="2147468930"/>
            <ac:spMk id="13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36:06.691" v="119" actId="14100"/>
          <ac:spMkLst>
            <pc:docMk/>
            <pc:sldMk cId="0" sldId="2147468930"/>
            <ac:spMk id="15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36:00.510" v="118" actId="1036"/>
          <ac:spMkLst>
            <pc:docMk/>
            <pc:sldMk cId="0" sldId="2147468930"/>
            <ac:spMk id="16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34:48.484" v="90" actId="1036"/>
          <ac:spMkLst>
            <pc:docMk/>
            <pc:sldMk cId="0" sldId="2147468930"/>
            <ac:spMk id="18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36:06.691" v="119" actId="14100"/>
          <ac:spMkLst>
            <pc:docMk/>
            <pc:sldMk cId="0" sldId="2147468930"/>
            <ac:spMk id="20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34:52.456" v="100" actId="1036"/>
          <ac:spMkLst>
            <pc:docMk/>
            <pc:sldMk cId="0" sldId="2147468930"/>
            <ac:spMk id="23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36:00.510" v="118" actId="1036"/>
          <ac:spMkLst>
            <pc:docMk/>
            <pc:sldMk cId="0" sldId="2147468930"/>
            <ac:spMk id="24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36:00.510" v="118" actId="1036"/>
          <ac:spMkLst>
            <pc:docMk/>
            <pc:sldMk cId="0" sldId="2147468930"/>
            <ac:spMk id="25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36:00.510" v="118" actId="1036"/>
          <ac:spMkLst>
            <pc:docMk/>
            <pc:sldMk cId="0" sldId="2147468930"/>
            <ac:spMk id="30" creationId="{00000000-0000-0000-0000-000000000000}"/>
          </ac:spMkLst>
        </pc:spChg>
        <pc:spChg chg="del mod">
          <ac:chgData name="Craig Shalekoff" userId="e3287485-232c-4f14-8163-f81c9b111480" providerId="ADAL" clId="{D92329EA-77D3-52B4-9BC6-E67D2BAED969}" dt="2026-08-12T10:25:07.918" v="2079" actId="478"/>
          <ac:spMkLst>
            <pc:docMk/>
            <pc:sldMk cId="0" sldId="2147468930"/>
            <ac:spMk id="36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36:24.977" v="123" actId="20577"/>
          <ac:spMkLst>
            <pc:docMk/>
            <pc:sldMk cId="0" sldId="2147468930"/>
            <ac:spMk id="70" creationId="{361697F3-6E74-77E2-155D-13A5D39ED76C}"/>
          </ac:spMkLst>
        </pc:spChg>
        <pc:spChg chg="mod">
          <ac:chgData name="Craig Shalekoff" userId="e3287485-232c-4f14-8163-f81c9b111480" providerId="ADAL" clId="{D92329EA-77D3-52B4-9BC6-E67D2BAED969}" dt="2026-08-12T09:36:00.510" v="118" actId="1036"/>
          <ac:spMkLst>
            <pc:docMk/>
            <pc:sldMk cId="0" sldId="2147468930"/>
            <ac:spMk id="73" creationId="{534BF437-59DF-8984-E317-48B364064660}"/>
          </ac:spMkLst>
        </pc:spChg>
        <pc:spChg chg="mod">
          <ac:chgData name="Craig Shalekoff" userId="e3287485-232c-4f14-8163-f81c9b111480" providerId="ADAL" clId="{D92329EA-77D3-52B4-9BC6-E67D2BAED969}" dt="2026-08-12T09:36:00.510" v="118" actId="1036"/>
          <ac:spMkLst>
            <pc:docMk/>
            <pc:sldMk cId="0" sldId="2147468930"/>
            <ac:spMk id="77" creationId="{C470108D-22A2-11E6-950C-741080CBA90F}"/>
          </ac:spMkLst>
        </pc:spChg>
        <pc:spChg chg="mod">
          <ac:chgData name="Craig Shalekoff" userId="e3287485-232c-4f14-8163-f81c9b111480" providerId="ADAL" clId="{D92329EA-77D3-52B4-9BC6-E67D2BAED969}" dt="2026-08-12T09:36:00.510" v="118" actId="1036"/>
          <ac:spMkLst>
            <pc:docMk/>
            <pc:sldMk cId="0" sldId="2147468930"/>
            <ac:spMk id="78" creationId="{C04FFF4C-8382-EC69-79C2-0E2DCA059A56}"/>
          </ac:spMkLst>
        </pc:spChg>
        <pc:spChg chg="mod">
          <ac:chgData name="Craig Shalekoff" userId="e3287485-232c-4f14-8163-f81c9b111480" providerId="ADAL" clId="{D92329EA-77D3-52B4-9BC6-E67D2BAED969}" dt="2026-08-12T09:36:00.510" v="118" actId="1036"/>
          <ac:spMkLst>
            <pc:docMk/>
            <pc:sldMk cId="0" sldId="2147468930"/>
            <ac:spMk id="79" creationId="{2FBDCA4F-05D9-D02F-DFBA-D2841F1119F6}"/>
          </ac:spMkLst>
        </pc:spChg>
      </pc:sldChg>
      <pc:sldChg chg="addSp delSp modSp mod">
        <pc:chgData name="Craig Shalekoff" userId="e3287485-232c-4f14-8163-f81c9b111480" providerId="ADAL" clId="{D92329EA-77D3-52B4-9BC6-E67D2BAED969}" dt="2026-08-12T10:26:23.353" v="2088" actId="207"/>
        <pc:sldMkLst>
          <pc:docMk/>
          <pc:sldMk cId="0" sldId="2147468933"/>
        </pc:sldMkLst>
        <pc:spChg chg="mod">
          <ac:chgData name="Craig Shalekoff" userId="e3287485-232c-4f14-8163-f81c9b111480" providerId="ADAL" clId="{D92329EA-77D3-52B4-9BC6-E67D2BAED969}" dt="2026-08-12T10:26:23.353" v="2088" actId="207"/>
          <ac:spMkLst>
            <pc:docMk/>
            <pc:sldMk cId="0" sldId="2147468933"/>
            <ac:spMk id="2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38:54.862" v="267" actId="20577"/>
          <ac:spMkLst>
            <pc:docMk/>
            <pc:sldMk cId="0" sldId="2147468933"/>
            <ac:spMk id="3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56:27.457" v="818" actId="1076"/>
          <ac:spMkLst>
            <pc:docMk/>
            <pc:sldMk cId="0" sldId="2147468933"/>
            <ac:spMk id="4" creationId="{00000000-0000-0000-0000-000000000000}"/>
          </ac:spMkLst>
        </pc:spChg>
        <pc:spChg chg="mod topLvl">
          <ac:chgData name="Craig Shalekoff" userId="e3287485-232c-4f14-8163-f81c9b111480" providerId="ADAL" clId="{D92329EA-77D3-52B4-9BC6-E67D2BAED969}" dt="2026-08-12T10:17:31.588" v="2014" actId="1076"/>
          <ac:spMkLst>
            <pc:docMk/>
            <pc:sldMk cId="0" sldId="2147468933"/>
            <ac:spMk id="5" creationId="{00000000-0000-0000-0000-000000000000}"/>
          </ac:spMkLst>
        </pc:spChg>
        <pc:spChg chg="add del mod topLvl">
          <ac:chgData name="Craig Shalekoff" userId="e3287485-232c-4f14-8163-f81c9b111480" providerId="ADAL" clId="{D92329EA-77D3-52B4-9BC6-E67D2BAED969}" dt="2026-08-12T10:17:56.054" v="2018" actId="1076"/>
          <ac:spMkLst>
            <pc:docMk/>
            <pc:sldMk cId="0" sldId="2147468933"/>
            <ac:spMk id="6" creationId="{00000000-0000-0000-0000-000000000000}"/>
          </ac:spMkLst>
        </pc:spChg>
        <pc:spChg chg="mod topLvl">
          <ac:chgData name="Craig Shalekoff" userId="e3287485-232c-4f14-8163-f81c9b111480" providerId="ADAL" clId="{D92329EA-77D3-52B4-9BC6-E67D2BAED969}" dt="2026-08-12T10:17:31.588" v="2014" actId="1076"/>
          <ac:spMkLst>
            <pc:docMk/>
            <pc:sldMk cId="0" sldId="2147468933"/>
            <ac:spMk id="7" creationId="{00000000-0000-0000-0000-000000000000}"/>
          </ac:spMkLst>
        </pc:spChg>
        <pc:spChg chg="mod topLvl">
          <ac:chgData name="Craig Shalekoff" userId="e3287485-232c-4f14-8163-f81c9b111480" providerId="ADAL" clId="{D92329EA-77D3-52B4-9BC6-E67D2BAED969}" dt="2026-08-12T10:17:31.588" v="2014" actId="1076"/>
          <ac:spMkLst>
            <pc:docMk/>
            <pc:sldMk cId="0" sldId="2147468933"/>
            <ac:spMk id="8" creationId="{00000000-0000-0000-0000-000000000000}"/>
          </ac:spMkLst>
        </pc:spChg>
        <pc:spChg chg="del mod topLvl">
          <ac:chgData name="Craig Shalekoff" userId="e3287485-232c-4f14-8163-f81c9b111480" providerId="ADAL" clId="{D92329EA-77D3-52B4-9BC6-E67D2BAED969}" dt="2026-08-12T10:15:43.904" v="1935" actId="478"/>
          <ac:spMkLst>
            <pc:docMk/>
            <pc:sldMk cId="0" sldId="2147468933"/>
            <ac:spMk id="9" creationId="{00000000-0000-0000-0000-000000000000}"/>
          </ac:spMkLst>
        </pc:spChg>
        <pc:spChg chg="del mod topLvl">
          <ac:chgData name="Craig Shalekoff" userId="e3287485-232c-4f14-8163-f81c9b111480" providerId="ADAL" clId="{D92329EA-77D3-52B4-9BC6-E67D2BAED969}" dt="2026-08-12T10:15:46.583" v="1936" actId="478"/>
          <ac:spMkLst>
            <pc:docMk/>
            <pc:sldMk cId="0" sldId="2147468933"/>
            <ac:spMk id="10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58:41.306" v="837" actId="14100"/>
          <ac:spMkLst>
            <pc:docMk/>
            <pc:sldMk cId="0" sldId="2147468933"/>
            <ac:spMk id="11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56:40.623" v="819" actId="1076"/>
          <ac:spMkLst>
            <pc:docMk/>
            <pc:sldMk cId="0" sldId="2147468933"/>
            <ac:spMk id="12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56:40.623" v="819" actId="1076"/>
          <ac:spMkLst>
            <pc:docMk/>
            <pc:sldMk cId="0" sldId="2147468933"/>
            <ac:spMk id="13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36:40.601" v="131" actId="1035"/>
          <ac:spMkLst>
            <pc:docMk/>
            <pc:sldMk cId="0" sldId="2147468933"/>
            <ac:spMk id="14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56:40.623" v="819" actId="1076"/>
          <ac:spMkLst>
            <pc:docMk/>
            <pc:sldMk cId="0" sldId="2147468933"/>
            <ac:spMk id="15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56:40.623" v="819" actId="1076"/>
          <ac:spMkLst>
            <pc:docMk/>
            <pc:sldMk cId="0" sldId="2147468933"/>
            <ac:spMk id="16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56:40.623" v="819" actId="1076"/>
          <ac:spMkLst>
            <pc:docMk/>
            <pc:sldMk cId="0" sldId="2147468933"/>
            <ac:spMk id="17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56:40.623" v="819" actId="1076"/>
          <ac:spMkLst>
            <pc:docMk/>
            <pc:sldMk cId="0" sldId="2147468933"/>
            <ac:spMk id="18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56:40.623" v="819" actId="1076"/>
          <ac:spMkLst>
            <pc:docMk/>
            <pc:sldMk cId="0" sldId="2147468933"/>
            <ac:spMk id="19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36:40.601" v="131" actId="1035"/>
          <ac:spMkLst>
            <pc:docMk/>
            <pc:sldMk cId="0" sldId="2147468933"/>
            <ac:spMk id="20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56:40.623" v="819" actId="1076"/>
          <ac:spMkLst>
            <pc:docMk/>
            <pc:sldMk cId="0" sldId="2147468933"/>
            <ac:spMk id="21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56:40.623" v="819" actId="1076"/>
          <ac:spMkLst>
            <pc:docMk/>
            <pc:sldMk cId="0" sldId="2147468933"/>
            <ac:spMk id="22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58:44.356" v="838" actId="14100"/>
          <ac:spMkLst>
            <pc:docMk/>
            <pc:sldMk cId="0" sldId="2147468933"/>
            <ac:spMk id="23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38:51.195" v="266" actId="20577"/>
          <ac:spMkLst>
            <pc:docMk/>
            <pc:sldMk cId="0" sldId="2147468933"/>
            <ac:spMk id="26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58:47.023" v="839" actId="14100"/>
          <ac:spMkLst>
            <pc:docMk/>
            <pc:sldMk cId="0" sldId="2147468933"/>
            <ac:spMk id="27" creationId="{00000000-0000-0000-0000-000000000000}"/>
          </ac:spMkLst>
        </pc:spChg>
        <pc:spChg chg="del mod">
          <ac:chgData name="Craig Shalekoff" userId="e3287485-232c-4f14-8163-f81c9b111480" providerId="ADAL" clId="{D92329EA-77D3-52B4-9BC6-E67D2BAED969}" dt="2026-08-12T10:25:13.913" v="2080" actId="478"/>
          <ac:spMkLst>
            <pc:docMk/>
            <pc:sldMk cId="0" sldId="2147468933"/>
            <ac:spMk id="28" creationId="{00000000-0000-0000-0000-000000000000}"/>
          </ac:spMkLst>
        </pc:spChg>
        <pc:spChg chg="add del mod">
          <ac:chgData name="Craig Shalekoff" userId="e3287485-232c-4f14-8163-f81c9b111480" providerId="ADAL" clId="{D92329EA-77D3-52B4-9BC6-E67D2BAED969}" dt="2026-08-12T09:58:03.965" v="830"/>
          <ac:spMkLst>
            <pc:docMk/>
            <pc:sldMk cId="0" sldId="2147468933"/>
            <ac:spMk id="29" creationId="{3AF7A8D6-8E44-560A-0FBD-C45CC58E731A}"/>
          </ac:spMkLst>
        </pc:spChg>
        <pc:spChg chg="add mod">
          <ac:chgData name="Craig Shalekoff" userId="e3287485-232c-4f14-8163-f81c9b111480" providerId="ADAL" clId="{D92329EA-77D3-52B4-9BC6-E67D2BAED969}" dt="2026-08-12T10:14:15.710" v="1877"/>
          <ac:spMkLst>
            <pc:docMk/>
            <pc:sldMk cId="0" sldId="2147468933"/>
            <ac:spMk id="31" creationId="{1AF64B2F-2C5B-C2BC-B02E-E89798FCC420}"/>
          </ac:spMkLst>
        </pc:spChg>
        <pc:spChg chg="add mod">
          <ac:chgData name="Craig Shalekoff" userId="e3287485-232c-4f14-8163-f81c9b111480" providerId="ADAL" clId="{D92329EA-77D3-52B4-9BC6-E67D2BAED969}" dt="2026-08-12T10:14:15.710" v="1877"/>
          <ac:spMkLst>
            <pc:docMk/>
            <pc:sldMk cId="0" sldId="2147468933"/>
            <ac:spMk id="32" creationId="{EC52F08D-A3BB-C317-AA21-4EF89A34A97D}"/>
          </ac:spMkLst>
        </pc:spChg>
        <pc:spChg chg="add mod">
          <ac:chgData name="Craig Shalekoff" userId="e3287485-232c-4f14-8163-f81c9b111480" providerId="ADAL" clId="{D92329EA-77D3-52B4-9BC6-E67D2BAED969}" dt="2026-08-12T10:14:15.710" v="1877"/>
          <ac:spMkLst>
            <pc:docMk/>
            <pc:sldMk cId="0" sldId="2147468933"/>
            <ac:spMk id="33" creationId="{B82D32B6-C015-EDD3-B03A-2232AB5CDC69}"/>
          </ac:spMkLst>
        </pc:spChg>
        <pc:spChg chg="add mod">
          <ac:chgData name="Craig Shalekoff" userId="e3287485-232c-4f14-8163-f81c9b111480" providerId="ADAL" clId="{D92329EA-77D3-52B4-9BC6-E67D2BAED969}" dt="2026-08-12T10:17:31.588" v="2014" actId="1076"/>
          <ac:spMkLst>
            <pc:docMk/>
            <pc:sldMk cId="0" sldId="2147468933"/>
            <ac:spMk id="34" creationId="{F570BCA2-B13C-07C7-F048-F3144BBE94E9}"/>
          </ac:spMkLst>
        </pc:spChg>
        <pc:spChg chg="add mod">
          <ac:chgData name="Craig Shalekoff" userId="e3287485-232c-4f14-8163-f81c9b111480" providerId="ADAL" clId="{D92329EA-77D3-52B4-9BC6-E67D2BAED969}" dt="2026-08-12T10:17:31.588" v="2014" actId="1076"/>
          <ac:spMkLst>
            <pc:docMk/>
            <pc:sldMk cId="0" sldId="2147468933"/>
            <ac:spMk id="35" creationId="{3D4D0B4A-F027-E26B-A1C3-43FF7BACD777}"/>
          </ac:spMkLst>
        </pc:spChg>
        <pc:spChg chg="add mod">
          <ac:chgData name="Craig Shalekoff" userId="e3287485-232c-4f14-8163-f81c9b111480" providerId="ADAL" clId="{D92329EA-77D3-52B4-9BC6-E67D2BAED969}" dt="2026-08-12T10:17:41.138" v="2016" actId="1076"/>
          <ac:spMkLst>
            <pc:docMk/>
            <pc:sldMk cId="0" sldId="2147468933"/>
            <ac:spMk id="36" creationId="{52ABB1CB-0E16-9C59-5556-84C47D287454}"/>
          </ac:spMkLst>
        </pc:spChg>
        <pc:spChg chg="add del mod">
          <ac:chgData name="Craig Shalekoff" userId="e3287485-232c-4f14-8163-f81c9b111480" providerId="ADAL" clId="{D92329EA-77D3-52B4-9BC6-E67D2BAED969}" dt="2026-08-12T10:16:49.632" v="1978" actId="478"/>
          <ac:spMkLst>
            <pc:docMk/>
            <pc:sldMk cId="0" sldId="2147468933"/>
            <ac:spMk id="37" creationId="{D6A464A2-C427-9847-EFCE-B8A7A0A5F66B}"/>
          </ac:spMkLst>
        </pc:spChg>
        <pc:spChg chg="add del mod">
          <ac:chgData name="Craig Shalekoff" userId="e3287485-232c-4f14-8163-f81c9b111480" providerId="ADAL" clId="{D92329EA-77D3-52B4-9BC6-E67D2BAED969}" dt="2026-08-12T10:24:18.855" v="2071" actId="478"/>
          <ac:spMkLst>
            <pc:docMk/>
            <pc:sldMk cId="0" sldId="2147468933"/>
            <ac:spMk id="38" creationId="{87A3FB09-D0D5-2490-9572-B31E86170028}"/>
          </ac:spMkLst>
        </pc:spChg>
        <pc:grpChg chg="add del mod">
          <ac:chgData name="Craig Shalekoff" userId="e3287485-232c-4f14-8163-f81c9b111480" providerId="ADAL" clId="{D92329EA-77D3-52B4-9BC6-E67D2BAED969}" dt="2026-08-12T10:14:29.528" v="1878" actId="165"/>
          <ac:grpSpMkLst>
            <pc:docMk/>
            <pc:sldMk cId="0" sldId="2147468933"/>
            <ac:grpSpMk id="30" creationId="{CF1A6E28-EDA1-4AF4-6876-742C4007A27E}"/>
          </ac:grpSpMkLst>
        </pc:grpChg>
      </pc:sldChg>
      <pc:sldChg chg="addSp delSp modSp mod">
        <pc:chgData name="Craig Shalekoff" userId="e3287485-232c-4f14-8163-f81c9b111480" providerId="ADAL" clId="{D92329EA-77D3-52B4-9BC6-E67D2BAED969}" dt="2026-08-12T10:26:26.770" v="2089" actId="207"/>
        <pc:sldMkLst>
          <pc:docMk/>
          <pc:sldMk cId="0" sldId="2147468934"/>
        </pc:sldMkLst>
        <pc:spChg chg="mod">
          <ac:chgData name="Craig Shalekoff" userId="e3287485-232c-4f14-8163-f81c9b111480" providerId="ADAL" clId="{D92329EA-77D3-52B4-9BC6-E67D2BAED969}" dt="2026-08-12T10:26:26.770" v="2089" actId="207"/>
          <ac:spMkLst>
            <pc:docMk/>
            <pc:sldMk cId="0" sldId="2147468934"/>
            <ac:spMk id="2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48:58.444" v="593" actId="20577"/>
          <ac:spMkLst>
            <pc:docMk/>
            <pc:sldMk cId="0" sldId="2147468934"/>
            <ac:spMk id="4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45:44.276" v="419" actId="20577"/>
          <ac:spMkLst>
            <pc:docMk/>
            <pc:sldMk cId="0" sldId="2147468934"/>
            <ac:spMk id="8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10:02:22.859" v="956" actId="20577"/>
          <ac:spMkLst>
            <pc:docMk/>
            <pc:sldMk cId="0" sldId="2147468934"/>
            <ac:spMk id="9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45:57.771" v="440" actId="20577"/>
          <ac:spMkLst>
            <pc:docMk/>
            <pc:sldMk cId="0" sldId="2147468934"/>
            <ac:spMk id="13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44:44.861" v="399" actId="20577"/>
          <ac:spMkLst>
            <pc:docMk/>
            <pc:sldMk cId="0" sldId="2147468934"/>
            <ac:spMk id="14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46:15.380" v="442" actId="20577"/>
          <ac:spMkLst>
            <pc:docMk/>
            <pc:sldMk cId="0" sldId="2147468934"/>
            <ac:spMk id="15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55:16.384" v="790" actId="108"/>
          <ac:spMkLst>
            <pc:docMk/>
            <pc:sldMk cId="0" sldId="2147468934"/>
            <ac:spMk id="18" creationId="{00000000-0000-0000-0000-000000000000}"/>
          </ac:spMkLst>
        </pc:spChg>
        <pc:spChg chg="del">
          <ac:chgData name="Craig Shalekoff" userId="e3287485-232c-4f14-8163-f81c9b111480" providerId="ADAL" clId="{D92329EA-77D3-52B4-9BC6-E67D2BAED969}" dt="2026-08-12T09:48:38.074" v="556" actId="478"/>
          <ac:spMkLst>
            <pc:docMk/>
            <pc:sldMk cId="0" sldId="2147468934"/>
            <ac:spMk id="19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52:29.024" v="751" actId="1035"/>
          <ac:spMkLst>
            <pc:docMk/>
            <pc:sldMk cId="0" sldId="2147468934"/>
            <ac:spMk id="20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52:29.024" v="751" actId="1035"/>
          <ac:spMkLst>
            <pc:docMk/>
            <pc:sldMk cId="0" sldId="2147468934"/>
            <ac:spMk id="21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53:54.805" v="768" actId="1076"/>
          <ac:spMkLst>
            <pc:docMk/>
            <pc:sldMk cId="0" sldId="2147468934"/>
            <ac:spMk id="24" creationId="{00000000-0000-0000-0000-000000000000}"/>
          </ac:spMkLst>
        </pc:spChg>
        <pc:spChg chg="add del mod">
          <ac:chgData name="Craig Shalekoff" userId="e3287485-232c-4f14-8163-f81c9b111480" providerId="ADAL" clId="{D92329EA-77D3-52B4-9BC6-E67D2BAED969}" dt="2026-08-12T09:53:36.490" v="762" actId="478"/>
          <ac:spMkLst>
            <pc:docMk/>
            <pc:sldMk cId="0" sldId="2147468934"/>
            <ac:spMk id="25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51:34.972" v="729" actId="1076"/>
          <ac:spMkLst>
            <pc:docMk/>
            <pc:sldMk cId="0" sldId="2147468934"/>
            <ac:spMk id="27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51:34.972" v="729" actId="1076"/>
          <ac:spMkLst>
            <pc:docMk/>
            <pc:sldMk cId="0" sldId="2147468934"/>
            <ac:spMk id="28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51:16.966" v="725" actId="1035"/>
          <ac:spMkLst>
            <pc:docMk/>
            <pc:sldMk cId="0" sldId="2147468934"/>
            <ac:spMk id="30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55:12.361" v="789" actId="108"/>
          <ac:spMkLst>
            <pc:docMk/>
            <pc:sldMk cId="0" sldId="2147468934"/>
            <ac:spMk id="31" creationId="{00000000-0000-0000-0000-000000000000}"/>
          </ac:spMkLst>
        </pc:spChg>
        <pc:spChg chg="mod">
          <ac:chgData name="Craig Shalekoff" userId="e3287485-232c-4f14-8163-f81c9b111480" providerId="ADAL" clId="{D92329EA-77D3-52B4-9BC6-E67D2BAED969}" dt="2026-08-12T09:54:40.936" v="786" actId="20577"/>
          <ac:spMkLst>
            <pc:docMk/>
            <pc:sldMk cId="0" sldId="2147468934"/>
            <ac:spMk id="34" creationId="{00000000-0000-0000-0000-000000000000}"/>
          </ac:spMkLst>
        </pc:spChg>
        <pc:spChg chg="del mod">
          <ac:chgData name="Craig Shalekoff" userId="e3287485-232c-4f14-8163-f81c9b111480" providerId="ADAL" clId="{D92329EA-77D3-52B4-9BC6-E67D2BAED969}" dt="2026-08-12T10:25:17.276" v="2081" actId="478"/>
          <ac:spMkLst>
            <pc:docMk/>
            <pc:sldMk cId="0" sldId="2147468934"/>
            <ac:spMk id="35" creationId="{00000000-0000-0000-0000-000000000000}"/>
          </ac:spMkLst>
        </pc:spChg>
        <pc:spChg chg="add mod">
          <ac:chgData name="Craig Shalekoff" userId="e3287485-232c-4f14-8163-f81c9b111480" providerId="ADAL" clId="{D92329EA-77D3-52B4-9BC6-E67D2BAED969}" dt="2026-08-12T09:55:33.138" v="791" actId="1076"/>
          <ac:spMkLst>
            <pc:docMk/>
            <pc:sldMk cId="0" sldId="2147468934"/>
            <ac:spMk id="37" creationId="{42DC6E34-61DF-0050-A128-6F75B8010AA4}"/>
          </ac:spMkLst>
        </pc:spChg>
        <pc:spChg chg="add mod">
          <ac:chgData name="Craig Shalekoff" userId="e3287485-232c-4f14-8163-f81c9b111480" providerId="ADAL" clId="{D92329EA-77D3-52B4-9BC6-E67D2BAED969}" dt="2026-08-12T09:52:11.607" v="735" actId="1076"/>
          <ac:spMkLst>
            <pc:docMk/>
            <pc:sldMk cId="0" sldId="2147468934"/>
            <ac:spMk id="38" creationId="{B7AA4A95-B4B2-FC8D-C992-1D956ED06ED9}"/>
          </ac:spMkLst>
        </pc:spChg>
        <pc:spChg chg="add mod">
          <ac:chgData name="Craig Shalekoff" userId="e3287485-232c-4f14-8163-f81c9b111480" providerId="ADAL" clId="{D92329EA-77D3-52B4-9BC6-E67D2BAED969}" dt="2026-08-12T10:02:39.301" v="972" actId="20577"/>
          <ac:spMkLst>
            <pc:docMk/>
            <pc:sldMk cId="0" sldId="2147468934"/>
            <ac:spMk id="44" creationId="{1A08AF2C-0085-0E20-5302-107B015E0EC3}"/>
          </ac:spMkLst>
        </pc:spChg>
        <pc:picChg chg="del mod">
          <ac:chgData name="Craig Shalekoff" userId="e3287485-232c-4f14-8163-f81c9b111480" providerId="ADAL" clId="{D92329EA-77D3-52B4-9BC6-E67D2BAED969}" dt="2026-08-12T09:52:33.623" v="752" actId="478"/>
          <ac:picMkLst>
            <pc:docMk/>
            <pc:sldMk cId="0" sldId="2147468934"/>
            <ac:picMk id="26" creationId="{00000000-0000-0000-0000-000000000000}"/>
          </ac:picMkLst>
        </pc:picChg>
        <pc:picChg chg="add mod">
          <ac:chgData name="Craig Shalekoff" userId="e3287485-232c-4f14-8163-f81c9b111480" providerId="ADAL" clId="{D92329EA-77D3-52B4-9BC6-E67D2BAED969}" dt="2026-08-12T09:52:11.607" v="735" actId="1076"/>
          <ac:picMkLst>
            <pc:docMk/>
            <pc:sldMk cId="0" sldId="2147468934"/>
            <ac:picMk id="39" creationId="{BF2AE701-23B6-B7B6-3411-0D1087BB9436}"/>
          </ac:picMkLst>
        </pc:picChg>
        <pc:picChg chg="add del mod">
          <ac:chgData name="Craig Shalekoff" userId="e3287485-232c-4f14-8163-f81c9b111480" providerId="ADAL" clId="{D92329EA-77D3-52B4-9BC6-E67D2BAED969}" dt="2026-08-12T09:53:38.165" v="763" actId="478"/>
          <ac:picMkLst>
            <pc:docMk/>
            <pc:sldMk cId="0" sldId="2147468934"/>
            <ac:picMk id="41" creationId="{1D880CD7-6DAA-530F-CB88-A14D120A7034}"/>
          </ac:picMkLst>
        </pc:picChg>
        <pc:picChg chg="add mod">
          <ac:chgData name="Craig Shalekoff" userId="e3287485-232c-4f14-8163-f81c9b111480" providerId="ADAL" clId="{D92329EA-77D3-52B4-9BC6-E67D2BAED969}" dt="2026-08-12T09:53:57.603" v="771" actId="1038"/>
          <ac:picMkLst>
            <pc:docMk/>
            <pc:sldMk cId="0" sldId="2147468934"/>
            <ac:picMk id="43" creationId="{56A39BE6-813E-1E9E-BE7A-F858BFFC366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123D45-65DC-9145-9FC6-39B4D4ED1F08}" type="datetimeFigureOut">
              <a:rPr lang="en-GB" smtClean="0"/>
              <a:t>12/08/2026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172AAA-7150-ED4F-BF4B-6A6525111A8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52935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172AAA-7150-ED4F-BF4B-6A6525111A8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6524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50A4C-D761-7647-99FC-DD17129E66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6CA9AB-2137-7D41-A5B9-17C8881CBF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1B53E-86B1-5948-AE89-3ECD8FD88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4F89A-AAA5-3043-9AAE-3ABA8636E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EBD0EF-78A8-744E-9608-5FD3B300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999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12616-390A-2B40-9426-28300D4B0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Avenir Medium" panose="02000503020000020003" pitchFamily="2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2DA43-3DDF-3A42-B7BB-F805EA44F3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Avenir Medium" panose="02000503020000020003" pitchFamily="2" charset="0"/>
              </a:defRPr>
            </a:lvl1pPr>
            <a:lvl2pPr>
              <a:defRPr b="0" i="0">
                <a:latin typeface="Avenir Medium" panose="02000503020000020003" pitchFamily="2" charset="0"/>
              </a:defRPr>
            </a:lvl2pPr>
            <a:lvl3pPr>
              <a:defRPr b="0" i="0">
                <a:latin typeface="Avenir Medium" panose="02000503020000020003" pitchFamily="2" charset="0"/>
              </a:defRPr>
            </a:lvl3pPr>
            <a:lvl4pPr>
              <a:defRPr b="0" i="0">
                <a:latin typeface="Avenir Medium" panose="02000503020000020003" pitchFamily="2" charset="0"/>
              </a:defRPr>
            </a:lvl4pPr>
            <a:lvl5pPr>
              <a:defRPr b="0" i="0">
                <a:latin typeface="Avenir Medium" panose="02000503020000020003" pitchFamily="2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9CB5C-C630-C040-B1DB-B509E2F502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venir Medium" panose="02000503020000020003" pitchFamily="2" charset="0"/>
              </a:defRPr>
            </a:lvl1pPr>
          </a:lstStyle>
          <a:p>
            <a:fld id="{6B66A56A-E053-D143-AEFE-292BF06416FD}" type="datetimeFigureOut">
              <a:rPr lang="en-US" smtClean="0"/>
              <a:pPr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A93B9-034F-C64C-BAB8-912826118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venir Medium" panose="02000503020000020003" pitchFamily="2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ED479-EBD8-9845-B72E-3F0C2C314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venir Medium" panose="02000503020000020003" pitchFamily="2" charset="0"/>
              </a:defRPr>
            </a:lvl1pPr>
          </a:lstStyle>
          <a:p>
            <a:fld id="{DFEBD0EF-78A8-744E-9608-5FD3B3003ED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751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6EF89-B327-5848-8D07-263DE2221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E8BE24-9875-534D-B29B-BABF536FE8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8020D-5154-A140-B1C2-9E4BE9DBB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66A56A-E053-D143-AEFE-292BF06416FD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66DC0A-C7B7-034D-85F1-2BDB19DC1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07AB6-9CB0-F442-A3ED-E6C94C211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EBD0EF-78A8-744E-9608-5FD3B300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385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BC5A8-9FA2-9849-A292-11DAEBE47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960D8-2428-B445-BC83-20F4CC7C75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A700AF-45F2-9F46-BD6D-F44DA31773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4AC472-59A7-7D4E-B80E-A8D2AA05B1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66A56A-E053-D143-AEFE-292BF06416FD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15102A-8DE5-9A47-B554-5B435B1A8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0777D6-D754-1042-BC2A-C6B12935B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EBD0EF-78A8-744E-9608-5FD3B300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173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A4698-3927-FC48-BF40-F228E195B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125DC0-C630-E441-B4B2-96A7946E3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8503C9-C614-ED4D-A724-B02C0A4EE8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19305B-6FC4-7649-AD83-58C35C4D3D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5F82B5-3C09-E443-B861-1405E0A4F1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5E5B3A-475D-0741-85F6-F6BECB140D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66A56A-E053-D143-AEFE-292BF06416FD}" type="datetimeFigureOut">
              <a:rPr lang="en-US" smtClean="0"/>
              <a:t>8/12/26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9895A3-40BA-6B48-8DAC-12321DEE2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A6879-3B25-4343-9C4E-4EBAAA55C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EBD0EF-78A8-744E-9608-5FD3B300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763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DC698-B8F8-464F-99B4-FD2F66050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2BDF8E-631D-774E-B41B-F5FD5DBC70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66A56A-E053-D143-AEFE-292BF06416FD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37320B-E1D0-3A44-9264-0C837F811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0AE19-2C7B-EE42-AA58-48CDDA598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EBD0EF-78A8-744E-9608-5FD3B300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611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CF6C73-2BA7-DD47-8FFC-4F93A800A6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66A56A-E053-D143-AEFE-292BF06416FD}" type="datetimeFigureOut">
              <a:rPr lang="en-US" smtClean="0"/>
              <a:t>8/12/26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6C4F0F-6CB4-B94E-B05B-A61634D60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B722A-C8E9-6747-85F0-6D4C8A86A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EBD0EF-78A8-744E-9608-5FD3B300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039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9B841-378D-3F44-9EE1-189333869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BDFFE-DD03-F240-A947-A44924D0B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38F046-81E6-0C49-811E-5AF50855E1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D4BCA4-0C08-6048-B440-15ED6E7EF1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66A56A-E053-D143-AEFE-292BF06416FD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03472-D744-7E43-8996-5DB0156BB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18482C-08EE-0D46-9246-D7C03912A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EBD0EF-78A8-744E-9608-5FD3B300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43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7AB23-9095-5E42-A88B-75A79B54E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E62747-AC67-D14E-B00A-6F0E894EF6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724E8B-1E80-1D47-BA50-D2CE3F0BF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B587E5-8349-214D-B0B9-0C6749D996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66A56A-E053-D143-AEFE-292BF06416FD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388FF5-6A0C-7646-961E-59E33B690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E77B8C-7108-2A48-B3A7-6CEF8696E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EBD0EF-78A8-744E-9608-5FD3B300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52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31E86-1625-0349-92CC-7925B19CA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0643F4-8436-5742-BB0B-ACE29C855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5A8D2-5577-7647-9447-586F65215C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66A56A-E053-D143-AEFE-292BF06416FD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93C63-F07A-EC47-B340-3049BDBEA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F5DB1-7277-164D-9F55-E837DCE63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EBD0EF-78A8-744E-9608-5FD3B300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298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D59027-5728-A947-A6E7-9821902129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6D7BE4-4728-8F45-8C99-F53F42B0A5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A9F8D-F859-444A-8D09-FA5C547ECF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B66A56A-E053-D143-AEFE-292BF06416FD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E3F4B-3ED6-5D47-B3BA-EA8102BA9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AD022-3162-B14B-9445-2246A4D7D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FEBD0EF-78A8-744E-9608-5FD3B3003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217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3455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056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1A4741-759E-664C-BCC6-043A406F6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B51EC3-9208-124F-A9CA-2EB0BBDE6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89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3" r:id="rId12"/>
    <p:sldLayoutId id="214748368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oiret One" panose="020000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oiret One" panose="020000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oiret One" panose="020000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oiret One" panose="020000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iret One" panose="020000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oiret One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svg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rilogy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0000"/>
            <a:ext cx="2350000" cy="49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050000"/>
            <a:ext cx="800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E46A"/>
                </a:solidFill>
                <a:latin typeface="Calibri" pitchFamily="34" charset="0"/>
              </a:rPr>
              <a:t>AI TEST KITCHEN  ·  CAPABILITY OVERVIEW</a:t>
            </a:r>
          </a:p>
        </p:txBody>
      </p:sp>
      <p:sp>
        <p:nvSpPr>
          <p:cNvPr id="4" name="Text 1"/>
          <p:cNvSpPr/>
          <p:nvPr/>
        </p:nvSpPr>
        <p:spPr>
          <a:xfrm>
            <a:off x="548640" y="2350000"/>
            <a:ext cx="105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5F7F9"/>
                </a:solidFill>
                <a:latin typeface="Calibri" pitchFamily="34" charset="0"/>
              </a:rPr>
              <a:t>Trilogy AI Test Kitchen</a:t>
            </a:r>
          </a:p>
        </p:txBody>
      </p:sp>
      <p:sp>
        <p:nvSpPr>
          <p:cNvPr id="5" name="Text 1"/>
          <p:cNvSpPr/>
          <p:nvPr/>
        </p:nvSpPr>
        <p:spPr>
          <a:xfrm>
            <a:off x="548640" y="3150000"/>
            <a:ext cx="10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CAEA70"/>
                </a:solidFill>
                <a:latin typeface="Calibri" pitchFamily="34" charset="0"/>
              </a:rPr>
              <a:t>for Sales Enablement</a:t>
            </a:r>
          </a:p>
        </p:txBody>
      </p:sp>
      <p:sp>
        <p:nvSpPr>
          <p:cNvPr id="6" name="Text"/>
          <p:cNvSpPr/>
          <p:nvPr/>
        </p:nvSpPr>
        <p:spPr>
          <a:xfrm>
            <a:off x="548640" y="3980000"/>
            <a:ext cx="95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9FB0BD"/>
                </a:solidFill>
                <a:latin typeface="Calibri" pitchFamily="34" charset="0"/>
              </a:rPr>
              <a:t>Prove value. Reduce risk. Scale with confidence.</a:t>
            </a:r>
          </a:p>
        </p:txBody>
      </p:sp>
      <p:sp>
        <p:nvSpPr>
          <p:cNvPr id="7" name="Text"/>
          <p:cNvSpPr/>
          <p:nvPr/>
        </p:nvSpPr>
        <p:spPr>
          <a:xfrm>
            <a:off x="548640" y="5750000"/>
            <a:ext cx="22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9FB0BD"/>
                </a:solidFill>
                <a:latin typeface="Calibri" pitchFamily="34" charset="0"/>
              </a:rPr>
              <a:t>PREPARED FOR</a:t>
            </a:r>
          </a:p>
        </p:txBody>
      </p:sp>
      <p:pic>
        <p:nvPicPr>
          <p:cNvPr id="8" name="Ooba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000000"/>
            <a:ext cx="1450000" cy="3310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E46A"/>
                </a:solidFill>
                <a:latin typeface="Calibri" pitchFamily="34" charset="0"/>
              </a:rPr>
              <a:t>01 — THE TEST KITCHEN, DEFINED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9"/>
                </a:solidFill>
                <a:latin typeface="Calibri" pitchFamily="34" charset="0"/>
              </a:rPr>
              <a:t>Prove it before you deploy it</a:t>
            </a:r>
          </a:p>
        </p:txBody>
      </p:sp>
      <p:sp>
        <p:nvSpPr>
          <p:cNvPr id="4" name="Card"/>
          <p:cNvSpPr/>
          <p:nvPr/>
        </p:nvSpPr>
        <p:spPr>
          <a:xfrm>
            <a:off x="548640" y="1500000"/>
            <a:ext cx="11094720" cy="4550000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5" name="IconCircle"/>
          <p:cNvSpPr/>
          <p:nvPr/>
        </p:nvSpPr>
        <p:spPr>
          <a:xfrm>
            <a:off x="968640" y="1760000"/>
            <a:ext cx="720000" cy="72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"/>
          <p:cNvSpPr/>
          <p:nvPr/>
        </p:nvSpPr>
        <p:spPr>
          <a:xfrm>
            <a:off x="1816709" y="1965125"/>
            <a:ext cx="60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5F7F9"/>
                </a:solidFill>
                <a:latin typeface="Calibri" pitchFamily="34" charset="0"/>
              </a:rPr>
              <a:t>What It Is</a:t>
            </a:r>
          </a:p>
        </p:txBody>
      </p:sp>
      <p:sp>
        <p:nvSpPr>
          <p:cNvPr id="8" name="Text"/>
          <p:cNvSpPr/>
          <p:nvPr/>
        </p:nvSpPr>
        <p:spPr>
          <a:xfrm>
            <a:off x="848639" y="2860000"/>
            <a:ext cx="5005405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5F7F9"/>
                </a:solidFill>
                <a:latin typeface="Calibri" pitchFamily="34" charset="0"/>
              </a:rPr>
              <a:t>Our Digital and Autonomous Test Kitchen allows our clients to pilot new Ai and digital technology, automated process and other initiatives without disrupting the current operations.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500" dirty="0">
              <a:solidFill>
                <a:srgbClr val="F5F7F9"/>
              </a:solidFill>
              <a:latin typeface="Calibri" pitchFamily="34" charset="0"/>
            </a:endParaRPr>
          </a:p>
        </p:txBody>
      </p:sp>
      <p:sp>
        <p:nvSpPr>
          <p:cNvPr id="9" name="Card"/>
          <p:cNvSpPr/>
          <p:nvPr/>
        </p:nvSpPr>
        <p:spPr>
          <a:xfrm>
            <a:off x="848640" y="4254000"/>
            <a:ext cx="5005404" cy="1350000"/>
          </a:xfrm>
          <a:prstGeom prst="roundRect">
            <a:avLst>
              <a:gd name="adj" fmla="val 6667"/>
            </a:avLst>
          </a:prstGeom>
          <a:solidFill>
            <a:srgbClr val="0F2233"/>
          </a:solidFill>
          <a:ln w="12700">
            <a:solidFill>
              <a:srgbClr val="CAEA7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Text"/>
          <p:cNvSpPr/>
          <p:nvPr/>
        </p:nvSpPr>
        <p:spPr>
          <a:xfrm>
            <a:off x="1138640" y="4454936"/>
            <a:ext cx="397581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9FB0BD"/>
                </a:solidFill>
                <a:latin typeface="Calibri" pitchFamily="34" charset="0"/>
              </a:rPr>
              <a:t>It exists to answer one question:</a:t>
            </a:r>
          </a:p>
        </p:txBody>
      </p:sp>
      <p:sp>
        <p:nvSpPr>
          <p:cNvPr id="11" name="Text"/>
          <p:cNvSpPr/>
          <p:nvPr/>
        </p:nvSpPr>
        <p:spPr>
          <a:xfrm>
            <a:off x="1148639" y="4724000"/>
            <a:ext cx="4535723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AEA70"/>
                </a:solidFill>
                <a:latin typeface="Calibri" pitchFamily="34" charset="0"/>
              </a:rPr>
              <a:t>“What automation will materially reduce cost or improve CX and Sales — without breaking live operations?”</a:t>
            </a:r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B5B759EE-6BA1-96F1-DBEB-B02B520626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044" y="808000"/>
            <a:ext cx="6681702" cy="6858000"/>
          </a:xfrm>
          <a:prstGeom prst="rect">
            <a:avLst/>
          </a:prstGeom>
        </p:spPr>
      </p:pic>
      <p:pic>
        <p:nvPicPr>
          <p:cNvPr id="65" name="Graphic 64" descr="Chef hat with solid fill">
            <a:extLst>
              <a:ext uri="{FF2B5EF4-FFF2-40B4-BE49-F238E27FC236}">
                <a16:creationId xmlns:a16="http://schemas.microsoft.com/office/drawing/2014/main" id="{FFDEC9A9-AD0F-1C58-2ABE-8A0F9849AB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6709" y="1872350"/>
            <a:ext cx="457200" cy="4572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E46A"/>
                </a:solidFill>
                <a:latin typeface="Calibri" pitchFamily="34" charset="0"/>
              </a:rPr>
              <a:t>02 — HOW IT WORKS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9"/>
                </a:solidFill>
                <a:latin typeface="Calibri" pitchFamily="34" charset="0"/>
              </a:rPr>
              <a:t>One controlled cycle, four disciplined phases</a:t>
            </a:r>
          </a:p>
        </p:txBody>
      </p:sp>
      <p:sp>
        <p:nvSpPr>
          <p:cNvPr id="4" name="Text"/>
          <p:cNvSpPr/>
          <p:nvPr/>
        </p:nvSpPr>
        <p:spPr>
          <a:xfrm>
            <a:off x="548640" y="1341120"/>
            <a:ext cx="110947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5F7F9"/>
                </a:solidFill>
                <a:latin typeface="Calibri" pitchFamily="34" charset="0"/>
              </a:rPr>
              <a:t>Our client's pilot new AI, digital and automated processes without disrupting current operations.</a:t>
            </a:r>
          </a:p>
        </p:txBody>
      </p:sp>
      <p:sp>
        <p:nvSpPr>
          <p:cNvPr id="5" name="Card"/>
          <p:cNvSpPr/>
          <p:nvPr/>
        </p:nvSpPr>
        <p:spPr>
          <a:xfrm>
            <a:off x="548640" y="2000000"/>
            <a:ext cx="2511180" cy="3516880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IconCircle"/>
          <p:cNvSpPr/>
          <p:nvPr/>
        </p:nvSpPr>
        <p:spPr>
          <a:xfrm>
            <a:off x="1524230" y="2280000"/>
            <a:ext cx="560000" cy="56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con" descr="icon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1659230" y="2415000"/>
            <a:ext cx="290000" cy="290000"/>
          </a:xfrm>
          <a:prstGeom prst="rect">
            <a:avLst/>
          </a:prstGeom>
        </p:spPr>
      </p:pic>
      <p:sp>
        <p:nvSpPr>
          <p:cNvPr id="8" name="Text"/>
          <p:cNvSpPr/>
          <p:nvPr/>
        </p:nvSpPr>
        <p:spPr>
          <a:xfrm>
            <a:off x="588640" y="3091514"/>
            <a:ext cx="24311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9"/>
                </a:solidFill>
                <a:latin typeface="Calibri" pitchFamily="34" charset="0"/>
              </a:rPr>
              <a:t>DESIGN</a:t>
            </a:r>
          </a:p>
        </p:txBody>
      </p:sp>
      <p:sp>
        <p:nvSpPr>
          <p:cNvPr id="9" name="Text"/>
          <p:cNvSpPr/>
          <p:nvPr/>
        </p:nvSpPr>
        <p:spPr>
          <a:xfrm>
            <a:off x="813640" y="3511514"/>
            <a:ext cx="2271180" cy="17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FB0BD"/>
                </a:solidFill>
                <a:latin typeface="Calibri" pitchFamily="34" charset="0"/>
              </a:rPr>
              <a:t>Define the blueprint for digital communication and sales campaign before a single outbound activity takes place.</a:t>
            </a:r>
          </a:p>
          <a:p>
            <a:pPr marL="0" indent="0">
              <a:lnSpc>
                <a:spcPct val="118000"/>
              </a:lnSpc>
              <a:buNone/>
            </a:pPr>
            <a:endParaRPr lang="en-US" sz="1150" dirty="0">
              <a:solidFill>
                <a:srgbClr val="9FB0BD"/>
              </a:solidFill>
              <a:latin typeface="Calibri" pitchFamily="34" charset="0"/>
            </a:endParaRPr>
          </a:p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endParaRPr lang="en-US" sz="1150" dirty="0">
              <a:solidFill>
                <a:srgbClr val="9FB0BD"/>
              </a:solidFill>
              <a:latin typeface="Calibri" pitchFamily="34" charset="0"/>
            </a:endParaRPr>
          </a:p>
        </p:txBody>
      </p:sp>
      <p:sp>
        <p:nvSpPr>
          <p:cNvPr id="10" name="Arrow"/>
          <p:cNvSpPr/>
          <p:nvPr/>
        </p:nvSpPr>
        <p:spPr>
          <a:xfrm rot="5400000">
            <a:off x="3154820" y="2480000"/>
            <a:ext cx="160000" cy="130000"/>
          </a:xfrm>
          <a:prstGeom prst="triangle">
            <a:avLst/>
          </a:prstGeom>
          <a:solidFill>
            <a:srgbClr val="CAEA7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1" name="Card"/>
          <p:cNvSpPr/>
          <p:nvPr/>
        </p:nvSpPr>
        <p:spPr>
          <a:xfrm>
            <a:off x="3409820" y="2000000"/>
            <a:ext cx="2511180" cy="3516880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IconCircle"/>
          <p:cNvSpPr/>
          <p:nvPr/>
        </p:nvSpPr>
        <p:spPr>
          <a:xfrm>
            <a:off x="4385410" y="2280000"/>
            <a:ext cx="560000" cy="56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3" name="Icon" descr="icon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4520410" y="2415000"/>
            <a:ext cx="290000" cy="290000"/>
          </a:xfrm>
          <a:prstGeom prst="rect">
            <a:avLst/>
          </a:prstGeom>
        </p:spPr>
      </p:pic>
      <p:sp>
        <p:nvSpPr>
          <p:cNvPr id="14" name="Text"/>
          <p:cNvSpPr/>
          <p:nvPr/>
        </p:nvSpPr>
        <p:spPr>
          <a:xfrm>
            <a:off x="3449820" y="3091514"/>
            <a:ext cx="24311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9"/>
                </a:solidFill>
                <a:latin typeface="Calibri" pitchFamily="34" charset="0"/>
              </a:rPr>
              <a:t>DEPLOY &amp; TEST</a:t>
            </a:r>
          </a:p>
        </p:txBody>
      </p:sp>
      <p:sp>
        <p:nvSpPr>
          <p:cNvPr id="15" name="Text"/>
          <p:cNvSpPr/>
          <p:nvPr/>
        </p:nvSpPr>
        <p:spPr>
          <a:xfrm>
            <a:off x="3529820" y="3511514"/>
            <a:ext cx="2271180" cy="17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9FB0BD"/>
                </a:solidFill>
                <a:latin typeface="Calibri" pitchFamily="34" charset="0"/>
              </a:rPr>
              <a:t>Deploy the campaign on the omnichannel platform. </a:t>
            </a:r>
          </a:p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9FB0BD"/>
                </a:solidFill>
                <a:latin typeface="Calibri" pitchFamily="34" charset="0"/>
              </a:rPr>
              <a:t>Test technology and content.</a:t>
            </a:r>
          </a:p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9FB0BD"/>
                </a:solidFill>
                <a:latin typeface="Calibri" pitchFamily="34" charset="0"/>
              </a:rPr>
              <a:t>Train agents.</a:t>
            </a:r>
          </a:p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9FB0BD"/>
                </a:solidFill>
                <a:latin typeface="Calibri" pitchFamily="34" charset="0"/>
              </a:rPr>
              <a:t>Setup Reporting &amp; Governance.</a:t>
            </a:r>
          </a:p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9FB0BD"/>
                </a:solidFill>
                <a:latin typeface="Calibri" pitchFamily="34" charset="0"/>
              </a:rPr>
              <a:t>Prove effectiveness.</a:t>
            </a:r>
          </a:p>
        </p:txBody>
      </p:sp>
      <p:sp>
        <p:nvSpPr>
          <p:cNvPr id="16" name="Arrow"/>
          <p:cNvSpPr/>
          <p:nvPr/>
        </p:nvSpPr>
        <p:spPr>
          <a:xfrm rot="5400000">
            <a:off x="6016000" y="2480000"/>
            <a:ext cx="160000" cy="130000"/>
          </a:xfrm>
          <a:prstGeom prst="triangle">
            <a:avLst/>
          </a:prstGeom>
          <a:solidFill>
            <a:srgbClr val="CAEA7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17" name="Card"/>
          <p:cNvSpPr/>
          <p:nvPr/>
        </p:nvSpPr>
        <p:spPr>
          <a:xfrm>
            <a:off x="6271000" y="1999999"/>
            <a:ext cx="2511180" cy="3516879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IconCircle"/>
          <p:cNvSpPr/>
          <p:nvPr/>
        </p:nvSpPr>
        <p:spPr>
          <a:xfrm>
            <a:off x="7246590" y="2280000"/>
            <a:ext cx="560000" cy="56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con" descr="icon.png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7381590" y="2415000"/>
            <a:ext cx="290000" cy="290000"/>
          </a:xfrm>
          <a:prstGeom prst="rect">
            <a:avLst/>
          </a:prstGeom>
        </p:spPr>
      </p:pic>
      <p:sp>
        <p:nvSpPr>
          <p:cNvPr id="20" name="Text"/>
          <p:cNvSpPr/>
          <p:nvPr/>
        </p:nvSpPr>
        <p:spPr>
          <a:xfrm>
            <a:off x="6311000" y="3091514"/>
            <a:ext cx="24311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9"/>
                </a:solidFill>
                <a:latin typeface="Calibri" pitchFamily="34" charset="0"/>
              </a:rPr>
              <a:t>OUTREACH</a:t>
            </a:r>
          </a:p>
        </p:txBody>
      </p:sp>
      <p:sp>
        <p:nvSpPr>
          <p:cNvPr id="21" name="Text"/>
          <p:cNvSpPr/>
          <p:nvPr/>
        </p:nvSpPr>
        <p:spPr>
          <a:xfrm>
            <a:off x="6391000" y="3511514"/>
            <a:ext cx="2271180" cy="17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9FB0BD"/>
                </a:solidFill>
                <a:latin typeface="Calibri" pitchFamily="34" charset="0"/>
              </a:rPr>
              <a:t>Curate customer DB.</a:t>
            </a:r>
          </a:p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9FB0BD"/>
                </a:solidFill>
                <a:latin typeface="Calibri" pitchFamily="34" charset="0"/>
              </a:rPr>
              <a:t>Launch OOBA customer outreach.</a:t>
            </a:r>
          </a:p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9FB0BD"/>
                </a:solidFill>
                <a:latin typeface="Calibri" pitchFamily="34" charset="0"/>
              </a:rPr>
              <a:t>Launch Social Media Campaign.</a:t>
            </a:r>
          </a:p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9FB0BD"/>
                </a:solidFill>
                <a:latin typeface="Calibri" pitchFamily="34" charset="0"/>
              </a:rPr>
              <a:t>Use Ai and Analytics to validate/streamline process.</a:t>
            </a:r>
          </a:p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9FB0BD"/>
                </a:solidFill>
                <a:latin typeface="Calibri" pitchFamily="34" charset="0"/>
              </a:rPr>
              <a:t>Iterate on real-world data and feedback gathered during outreach.</a:t>
            </a:r>
          </a:p>
        </p:txBody>
      </p:sp>
      <p:sp>
        <p:nvSpPr>
          <p:cNvPr id="22" name="Arrow"/>
          <p:cNvSpPr/>
          <p:nvPr/>
        </p:nvSpPr>
        <p:spPr>
          <a:xfrm rot="5400000">
            <a:off x="8877180" y="2480000"/>
            <a:ext cx="160000" cy="130000"/>
          </a:xfrm>
          <a:prstGeom prst="triangle">
            <a:avLst/>
          </a:prstGeom>
          <a:solidFill>
            <a:srgbClr val="CAEA7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3" name="Card"/>
          <p:cNvSpPr/>
          <p:nvPr/>
        </p:nvSpPr>
        <p:spPr>
          <a:xfrm>
            <a:off x="9132180" y="2000000"/>
            <a:ext cx="2511180" cy="3516878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IconCircle"/>
          <p:cNvSpPr/>
          <p:nvPr/>
        </p:nvSpPr>
        <p:spPr>
          <a:xfrm>
            <a:off x="10107770" y="2280000"/>
            <a:ext cx="560000" cy="56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5" name="Icon" descr="icon.png"/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242770" y="2415000"/>
            <a:ext cx="290000" cy="290000"/>
          </a:xfrm>
          <a:prstGeom prst="rect">
            <a:avLst/>
          </a:prstGeom>
        </p:spPr>
      </p:pic>
      <p:sp>
        <p:nvSpPr>
          <p:cNvPr id="26" name="Text"/>
          <p:cNvSpPr/>
          <p:nvPr/>
        </p:nvSpPr>
        <p:spPr>
          <a:xfrm>
            <a:off x="9172180" y="3091514"/>
            <a:ext cx="24311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9"/>
                </a:solidFill>
                <a:latin typeface="Calibri" pitchFamily="34" charset="0"/>
              </a:rPr>
              <a:t>SCALE</a:t>
            </a:r>
          </a:p>
        </p:txBody>
      </p:sp>
      <p:sp>
        <p:nvSpPr>
          <p:cNvPr id="27" name="Text"/>
          <p:cNvSpPr/>
          <p:nvPr/>
        </p:nvSpPr>
        <p:spPr>
          <a:xfrm>
            <a:off x="9252180" y="3511514"/>
            <a:ext cx="2271180" cy="17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FB0BD"/>
                </a:solidFill>
                <a:latin typeface="Calibri" pitchFamily="34" charset="0"/>
              </a:rPr>
              <a:t>Once initial targets of 150 contracts have been achieved – review and scale the solution.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30DB94-8FEA-E26C-227C-287098B0A5F7}"/>
              </a:ext>
            </a:extLst>
          </p:cNvPr>
          <p:cNvSpPr txBox="1"/>
          <p:nvPr/>
        </p:nvSpPr>
        <p:spPr>
          <a:xfrm>
            <a:off x="786800" y="4376514"/>
            <a:ext cx="1333785" cy="914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9FB0BD"/>
                </a:solidFill>
                <a:latin typeface="Calibri" pitchFamily="34" charset="0"/>
              </a:rPr>
              <a:t>People</a:t>
            </a:r>
          </a:p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9FB0BD"/>
                </a:solidFill>
                <a:latin typeface="Calibri" pitchFamily="34" charset="0"/>
              </a:rPr>
              <a:t>Process</a:t>
            </a:r>
          </a:p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9FB0BD"/>
                </a:solidFill>
                <a:latin typeface="Calibri" pitchFamily="34" charset="0"/>
              </a:rPr>
              <a:t>Technology</a:t>
            </a:r>
          </a:p>
          <a:p>
            <a:pPr marL="171450" indent="-171450">
              <a:lnSpc>
                <a:spcPct val="118000"/>
              </a:lnSpc>
              <a:buFont typeface="Arial" panose="020B0604020202020204" pitchFamily="34" charset="0"/>
              <a:buChar char="•"/>
            </a:pPr>
            <a:r>
              <a:rPr lang="en-US" sz="1150" dirty="0">
                <a:solidFill>
                  <a:srgbClr val="9FB0BD"/>
                </a:solidFill>
                <a:latin typeface="Calibri" pitchFamily="34" charset="0"/>
              </a:rPr>
              <a:t>Content</a:t>
            </a:r>
            <a:endParaRPr lang="en-GB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kern="0" spc="200" dirty="0">
                <a:solidFill>
                  <a:srgbClr val="6EE46A"/>
                </a:solidFill>
                <a:latin typeface="Calibri" pitchFamily="34" charset="0"/>
              </a:rPr>
              <a:t>03 — THE OUTCOME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700" b="1" dirty="0">
                <a:solidFill>
                  <a:srgbClr val="F5F7F9"/>
                </a:solidFill>
                <a:latin typeface="Calibri" pitchFamily="34" charset="0"/>
              </a:rPr>
              <a:t>Data-led automation</a:t>
            </a:r>
          </a:p>
        </p:txBody>
      </p:sp>
      <p:sp>
        <p:nvSpPr>
          <p:cNvPr id="5" name="Card"/>
          <p:cNvSpPr/>
          <p:nvPr/>
        </p:nvSpPr>
        <p:spPr>
          <a:xfrm>
            <a:off x="548640" y="1341872"/>
            <a:ext cx="2659380" cy="2056650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IconCircle"/>
          <p:cNvSpPr/>
          <p:nvPr/>
        </p:nvSpPr>
        <p:spPr>
          <a:xfrm>
            <a:off x="1618330" y="1508522"/>
            <a:ext cx="520000" cy="52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con" descr="icon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1743330" y="1633522"/>
            <a:ext cx="270000" cy="270000"/>
          </a:xfrm>
          <a:prstGeom prst="rect">
            <a:avLst/>
          </a:prstGeom>
        </p:spPr>
      </p:pic>
      <p:sp>
        <p:nvSpPr>
          <p:cNvPr id="8" name="Text"/>
          <p:cNvSpPr/>
          <p:nvPr/>
        </p:nvSpPr>
        <p:spPr>
          <a:xfrm>
            <a:off x="628640" y="2248778"/>
            <a:ext cx="24993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5F7F9"/>
                </a:solidFill>
                <a:latin typeface="Calibri" pitchFamily="34" charset="0"/>
              </a:rPr>
              <a:t>The Sandbox Model</a:t>
            </a:r>
          </a:p>
        </p:txBody>
      </p:sp>
      <p:sp>
        <p:nvSpPr>
          <p:cNvPr id="9" name="Text"/>
          <p:cNvSpPr/>
          <p:nvPr/>
        </p:nvSpPr>
        <p:spPr>
          <a:xfrm>
            <a:off x="648640" y="2648522"/>
            <a:ext cx="2459380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0BD"/>
                </a:solidFill>
                <a:latin typeface="Calibri" pitchFamily="34" charset="0"/>
              </a:rPr>
              <a:t>A controlled environment to pilot AI agents and automated processes using real-world scenarios and volumes.</a:t>
            </a:r>
          </a:p>
        </p:txBody>
      </p:sp>
      <p:sp>
        <p:nvSpPr>
          <p:cNvPr id="10" name="Card"/>
          <p:cNvSpPr/>
          <p:nvPr/>
        </p:nvSpPr>
        <p:spPr>
          <a:xfrm>
            <a:off x="3360420" y="1341872"/>
            <a:ext cx="2659380" cy="2056650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IconCircle"/>
          <p:cNvSpPr/>
          <p:nvPr/>
        </p:nvSpPr>
        <p:spPr>
          <a:xfrm>
            <a:off x="4430110" y="1508522"/>
            <a:ext cx="520000" cy="52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2" name="Icon" descr="icon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4555110" y="1633522"/>
            <a:ext cx="270000" cy="270000"/>
          </a:xfrm>
          <a:prstGeom prst="rect">
            <a:avLst/>
          </a:prstGeom>
        </p:spPr>
      </p:pic>
      <p:sp>
        <p:nvSpPr>
          <p:cNvPr id="13" name="Text"/>
          <p:cNvSpPr/>
          <p:nvPr/>
        </p:nvSpPr>
        <p:spPr>
          <a:xfrm>
            <a:off x="3440420" y="2267632"/>
            <a:ext cx="24993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5F7F9"/>
                </a:solidFill>
                <a:latin typeface="Calibri" pitchFamily="34" charset="0"/>
              </a:rPr>
              <a:t>Trilogy Discover</a:t>
            </a:r>
          </a:p>
        </p:txBody>
      </p:sp>
      <p:sp>
        <p:nvSpPr>
          <p:cNvPr id="14" name="Text"/>
          <p:cNvSpPr/>
          <p:nvPr/>
        </p:nvSpPr>
        <p:spPr>
          <a:xfrm>
            <a:off x="3460420" y="2648522"/>
            <a:ext cx="2459380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0BD"/>
                </a:solidFill>
                <a:latin typeface="Calibri" pitchFamily="34" charset="0"/>
              </a:rPr>
              <a:t>Our proprietary AI LLM bot that “shadows” your operations to identify friction points and learning opportunities.</a:t>
            </a:r>
          </a:p>
        </p:txBody>
      </p:sp>
      <p:sp>
        <p:nvSpPr>
          <p:cNvPr id="15" name="Card"/>
          <p:cNvSpPr/>
          <p:nvPr/>
        </p:nvSpPr>
        <p:spPr>
          <a:xfrm>
            <a:off x="6172200" y="1341872"/>
            <a:ext cx="2659380" cy="2056650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6" name="IconCircle"/>
          <p:cNvSpPr/>
          <p:nvPr/>
        </p:nvSpPr>
        <p:spPr>
          <a:xfrm>
            <a:off x="7241890" y="1508522"/>
            <a:ext cx="520000" cy="52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7" name="Icon" descr="icon.png"/>
          <p:cNvPicPr>
            <a:picLocks noChangeAspect="1"/>
          </p:cNvPicPr>
          <p:nvPr/>
        </p:nvPicPr>
        <p:blipFill>
          <a:blip r:embed="rId5">
            <a:lum bright="70000" contrast="-70000"/>
          </a:blip>
          <a:stretch>
            <a:fillRect/>
          </a:stretch>
        </p:blipFill>
        <p:spPr>
          <a:xfrm>
            <a:off x="7366890" y="1633522"/>
            <a:ext cx="270000" cy="270000"/>
          </a:xfrm>
          <a:prstGeom prst="rect">
            <a:avLst/>
          </a:prstGeom>
        </p:spPr>
      </p:pic>
      <p:sp>
        <p:nvSpPr>
          <p:cNvPr id="18" name="Text"/>
          <p:cNvSpPr/>
          <p:nvPr/>
        </p:nvSpPr>
        <p:spPr>
          <a:xfrm>
            <a:off x="6252200" y="2267633"/>
            <a:ext cx="24993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5F7F9"/>
                </a:solidFill>
                <a:latin typeface="Calibri" pitchFamily="34" charset="0"/>
              </a:rPr>
              <a:t>Genii Analytics</a:t>
            </a:r>
          </a:p>
        </p:txBody>
      </p:sp>
      <p:sp>
        <p:nvSpPr>
          <p:cNvPr id="19" name="Text"/>
          <p:cNvSpPr/>
          <p:nvPr/>
        </p:nvSpPr>
        <p:spPr>
          <a:xfrm>
            <a:off x="6272200" y="2648522"/>
            <a:ext cx="2459380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0BD"/>
                </a:solidFill>
                <a:latin typeface="Calibri" pitchFamily="34" charset="0"/>
              </a:rPr>
              <a:t>Deep root-cause analysis that pinpoints the 20% of processes driving 80% of your costs.</a:t>
            </a:r>
          </a:p>
        </p:txBody>
      </p:sp>
      <p:sp>
        <p:nvSpPr>
          <p:cNvPr id="20" name="Card"/>
          <p:cNvSpPr/>
          <p:nvPr/>
        </p:nvSpPr>
        <p:spPr>
          <a:xfrm>
            <a:off x="8983980" y="1341872"/>
            <a:ext cx="2659380" cy="2056650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IconCircle"/>
          <p:cNvSpPr/>
          <p:nvPr/>
        </p:nvSpPr>
        <p:spPr>
          <a:xfrm>
            <a:off x="10053670" y="1508522"/>
            <a:ext cx="520000" cy="52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2" name="Icon" descr="icon.png"/>
          <p:cNvPicPr>
            <a:picLocks noChangeAspect="1"/>
          </p:cNvPicPr>
          <p:nvPr/>
        </p:nvPicPr>
        <p:blipFill>
          <a:blip r:embed="rId6">
            <a:lum bright="70000" contrast="-70000"/>
          </a:blip>
          <a:stretch>
            <a:fillRect/>
          </a:stretch>
        </p:blipFill>
        <p:spPr>
          <a:xfrm>
            <a:off x="10178670" y="1633522"/>
            <a:ext cx="270000" cy="270000"/>
          </a:xfrm>
          <a:prstGeom prst="rect">
            <a:avLst/>
          </a:prstGeom>
        </p:spPr>
      </p:pic>
      <p:sp>
        <p:nvSpPr>
          <p:cNvPr id="23" name="Text"/>
          <p:cNvSpPr/>
          <p:nvPr/>
        </p:nvSpPr>
        <p:spPr>
          <a:xfrm>
            <a:off x="9063980" y="2248779"/>
            <a:ext cx="24993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5F7F9"/>
                </a:solidFill>
                <a:latin typeface="Calibri" pitchFamily="34" charset="0"/>
              </a:rPr>
              <a:t>The Advantage</a:t>
            </a:r>
          </a:p>
        </p:txBody>
      </p:sp>
      <p:sp>
        <p:nvSpPr>
          <p:cNvPr id="24" name="Text"/>
          <p:cNvSpPr/>
          <p:nvPr/>
        </p:nvSpPr>
        <p:spPr>
          <a:xfrm>
            <a:off x="9083980" y="2648522"/>
            <a:ext cx="2459380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0BD"/>
                </a:solidFill>
                <a:latin typeface="Calibri" pitchFamily="34" charset="0"/>
              </a:rPr>
              <a:t>Fail fast, learn quickly, scale only what's proven. No over-promising — just validated outcomes.</a:t>
            </a:r>
          </a:p>
        </p:txBody>
      </p:sp>
      <p:sp>
        <p:nvSpPr>
          <p:cNvPr id="25" name="Card"/>
          <p:cNvSpPr/>
          <p:nvPr/>
        </p:nvSpPr>
        <p:spPr>
          <a:xfrm>
            <a:off x="548640" y="3548522"/>
            <a:ext cx="11094720" cy="770000"/>
          </a:xfrm>
          <a:prstGeom prst="roundRect">
            <a:avLst>
              <a:gd name="adj" fmla="val 6667"/>
            </a:avLst>
          </a:prstGeom>
          <a:solidFill>
            <a:srgbClr val="0F2233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Glyph"/>
          <p:cNvSpPr/>
          <p:nvPr/>
        </p:nvSpPr>
        <p:spPr>
          <a:xfrm>
            <a:off x="946612" y="3808522"/>
            <a:ext cx="220000" cy="220000"/>
          </a:xfrm>
          <a:prstGeom prst="ellipse">
            <a:avLst/>
          </a:prstGeom>
          <a:solidFill>
            <a:srgbClr val="CAEA70"/>
          </a:solidFill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C1926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27" name="Text"/>
          <p:cNvSpPr/>
          <p:nvPr/>
        </p:nvSpPr>
        <p:spPr>
          <a:xfrm>
            <a:off x="1206612" y="3818522"/>
            <a:ext cx="1758944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5F7F9"/>
                </a:solidFill>
                <a:latin typeface="Calibri" pitchFamily="34" charset="0"/>
              </a:rPr>
              <a:t>Continuous Improvement</a:t>
            </a:r>
          </a:p>
        </p:txBody>
      </p:sp>
      <p:sp>
        <p:nvSpPr>
          <p:cNvPr id="28" name="Glyph"/>
          <p:cNvSpPr/>
          <p:nvPr/>
        </p:nvSpPr>
        <p:spPr>
          <a:xfrm>
            <a:off x="3315927" y="3808522"/>
            <a:ext cx="220000" cy="220000"/>
          </a:xfrm>
          <a:prstGeom prst="ellipse">
            <a:avLst/>
          </a:prstGeom>
          <a:solidFill>
            <a:srgbClr val="CAEA70"/>
          </a:solidFill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C1926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29" name="Text"/>
          <p:cNvSpPr/>
          <p:nvPr/>
        </p:nvSpPr>
        <p:spPr>
          <a:xfrm>
            <a:off x="3575927" y="3818522"/>
            <a:ext cx="1758944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5F7F9"/>
                </a:solidFill>
                <a:latin typeface="Calibri" pitchFamily="34" charset="0"/>
              </a:rPr>
              <a:t>Proof of Value</a:t>
            </a:r>
          </a:p>
        </p:txBody>
      </p:sp>
      <p:sp>
        <p:nvSpPr>
          <p:cNvPr id="30" name="Glyph"/>
          <p:cNvSpPr/>
          <p:nvPr/>
        </p:nvSpPr>
        <p:spPr>
          <a:xfrm>
            <a:off x="5184500" y="3808522"/>
            <a:ext cx="220000" cy="220000"/>
          </a:xfrm>
          <a:prstGeom prst="ellipse">
            <a:avLst/>
          </a:prstGeom>
          <a:solidFill>
            <a:srgbClr val="CAEA70"/>
          </a:solidFill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C1926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31" name="Text"/>
          <p:cNvSpPr/>
          <p:nvPr/>
        </p:nvSpPr>
        <p:spPr>
          <a:xfrm>
            <a:off x="5444500" y="3818522"/>
            <a:ext cx="1758944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5F7F9"/>
                </a:solidFill>
                <a:latin typeface="Calibri" pitchFamily="34" charset="0"/>
              </a:rPr>
              <a:t>Controlled Transformation</a:t>
            </a:r>
          </a:p>
        </p:txBody>
      </p:sp>
      <p:sp>
        <p:nvSpPr>
          <p:cNvPr id="32" name="Glyph"/>
          <p:cNvSpPr/>
          <p:nvPr/>
        </p:nvSpPr>
        <p:spPr>
          <a:xfrm>
            <a:off x="7521158" y="3808522"/>
            <a:ext cx="220000" cy="220000"/>
          </a:xfrm>
          <a:prstGeom prst="ellipse">
            <a:avLst/>
          </a:prstGeom>
          <a:solidFill>
            <a:srgbClr val="CAEA70"/>
          </a:solidFill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C1926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33" name="Text"/>
          <p:cNvSpPr/>
          <p:nvPr/>
        </p:nvSpPr>
        <p:spPr>
          <a:xfrm>
            <a:off x="7781158" y="3818522"/>
            <a:ext cx="1758944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5F7F9"/>
                </a:solidFill>
                <a:latin typeface="Calibri" pitchFamily="34" charset="0"/>
              </a:rPr>
              <a:t>Scalable Success</a:t>
            </a:r>
          </a:p>
        </p:txBody>
      </p:sp>
      <p:sp>
        <p:nvSpPr>
          <p:cNvPr id="34" name="Glyph"/>
          <p:cNvSpPr/>
          <p:nvPr/>
        </p:nvSpPr>
        <p:spPr>
          <a:xfrm>
            <a:off x="9422388" y="3808522"/>
            <a:ext cx="220000" cy="220000"/>
          </a:xfrm>
          <a:prstGeom prst="ellipse">
            <a:avLst/>
          </a:prstGeom>
          <a:solidFill>
            <a:srgbClr val="CAEA70"/>
          </a:solidFill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C1926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35" name="Text"/>
          <p:cNvSpPr/>
          <p:nvPr/>
        </p:nvSpPr>
        <p:spPr>
          <a:xfrm>
            <a:off x="9682388" y="3818522"/>
            <a:ext cx="1758944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F5F7F9"/>
                </a:solidFill>
                <a:latin typeface="Calibri" pitchFamily="34" charset="0"/>
              </a:rPr>
              <a:t>Flexibility</a:t>
            </a:r>
          </a:p>
        </p:txBody>
      </p:sp>
      <p:sp>
        <p:nvSpPr>
          <p:cNvPr id="60" name="Card">
            <a:extLst>
              <a:ext uri="{FF2B5EF4-FFF2-40B4-BE49-F238E27FC236}">
                <a16:creationId xmlns:a16="http://schemas.microsoft.com/office/drawing/2014/main" id="{485211D2-210F-C028-F85B-A0ED911BC369}"/>
              </a:ext>
            </a:extLst>
          </p:cNvPr>
          <p:cNvSpPr/>
          <p:nvPr/>
        </p:nvSpPr>
        <p:spPr>
          <a:xfrm>
            <a:off x="564747" y="4437918"/>
            <a:ext cx="2511180" cy="1901987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1" name="IconCircle">
            <a:extLst>
              <a:ext uri="{FF2B5EF4-FFF2-40B4-BE49-F238E27FC236}">
                <a16:creationId xmlns:a16="http://schemas.microsoft.com/office/drawing/2014/main" id="{38E55210-2D8E-30C4-12B0-37B7AE6FE581}"/>
              </a:ext>
            </a:extLst>
          </p:cNvPr>
          <p:cNvSpPr/>
          <p:nvPr/>
        </p:nvSpPr>
        <p:spPr>
          <a:xfrm>
            <a:off x="1570337" y="4687918"/>
            <a:ext cx="500000" cy="50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2" name="Icon" descr="icon.png">
            <a:extLst>
              <a:ext uri="{FF2B5EF4-FFF2-40B4-BE49-F238E27FC236}">
                <a16:creationId xmlns:a16="http://schemas.microsoft.com/office/drawing/2014/main" id="{105F5727-633B-47C4-200C-8A379227CBB2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</a:blip>
          <a:stretch>
            <a:fillRect/>
          </a:stretch>
        </p:blipFill>
        <p:spPr>
          <a:xfrm>
            <a:off x="1690337" y="4807918"/>
            <a:ext cx="260000" cy="260000"/>
          </a:xfrm>
          <a:prstGeom prst="rect">
            <a:avLst/>
          </a:prstGeom>
        </p:spPr>
      </p:pic>
      <p:sp>
        <p:nvSpPr>
          <p:cNvPr id="63" name="Text">
            <a:extLst>
              <a:ext uri="{FF2B5EF4-FFF2-40B4-BE49-F238E27FC236}">
                <a16:creationId xmlns:a16="http://schemas.microsoft.com/office/drawing/2014/main" id="{AD228EDD-0603-B1C9-27D9-9283CAB9ED10}"/>
              </a:ext>
            </a:extLst>
          </p:cNvPr>
          <p:cNvSpPr/>
          <p:nvPr/>
        </p:nvSpPr>
        <p:spPr>
          <a:xfrm>
            <a:off x="604747" y="5287918"/>
            <a:ext cx="24311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9"/>
                </a:solidFill>
                <a:latin typeface="Calibri" pitchFamily="34" charset="0"/>
              </a:rPr>
              <a:t>Identify</a:t>
            </a:r>
          </a:p>
        </p:txBody>
      </p:sp>
      <p:sp>
        <p:nvSpPr>
          <p:cNvPr id="64" name="Text">
            <a:extLst>
              <a:ext uri="{FF2B5EF4-FFF2-40B4-BE49-F238E27FC236}">
                <a16:creationId xmlns:a16="http://schemas.microsoft.com/office/drawing/2014/main" id="{F8333D15-8915-231E-12DF-A3E0F2A19E33}"/>
              </a:ext>
            </a:extLst>
          </p:cNvPr>
          <p:cNvSpPr/>
          <p:nvPr/>
        </p:nvSpPr>
        <p:spPr>
          <a:xfrm>
            <a:off x="674747" y="5687918"/>
            <a:ext cx="2291180" cy="6519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00" dirty="0">
                <a:solidFill>
                  <a:srgbClr val="9FB0BD"/>
                </a:solidFill>
                <a:latin typeface="Calibri" pitchFamily="34" charset="0"/>
              </a:rPr>
              <a:t>Use Genii Analytics to uncover deflection potential and cost drivers across customer journeys.</a:t>
            </a:r>
          </a:p>
        </p:txBody>
      </p:sp>
      <p:sp>
        <p:nvSpPr>
          <p:cNvPr id="65" name="Arrow">
            <a:extLst>
              <a:ext uri="{FF2B5EF4-FFF2-40B4-BE49-F238E27FC236}">
                <a16:creationId xmlns:a16="http://schemas.microsoft.com/office/drawing/2014/main" id="{2263746B-D8EE-9086-8CCD-57E70D44FCE7}"/>
              </a:ext>
            </a:extLst>
          </p:cNvPr>
          <p:cNvSpPr/>
          <p:nvPr/>
        </p:nvSpPr>
        <p:spPr>
          <a:xfrm rot="5400000">
            <a:off x="3170927" y="4857918"/>
            <a:ext cx="160000" cy="130000"/>
          </a:xfrm>
          <a:prstGeom prst="triangle">
            <a:avLst/>
          </a:prstGeom>
          <a:solidFill>
            <a:srgbClr val="CAEA7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66" name="Card">
            <a:extLst>
              <a:ext uri="{FF2B5EF4-FFF2-40B4-BE49-F238E27FC236}">
                <a16:creationId xmlns:a16="http://schemas.microsoft.com/office/drawing/2014/main" id="{12D0A8B3-F105-0F7E-00C4-5E1F1FBCE62B}"/>
              </a:ext>
            </a:extLst>
          </p:cNvPr>
          <p:cNvSpPr/>
          <p:nvPr/>
        </p:nvSpPr>
        <p:spPr>
          <a:xfrm>
            <a:off x="3425927" y="4437918"/>
            <a:ext cx="2511180" cy="1901987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7" name="IconCircle">
            <a:extLst>
              <a:ext uri="{FF2B5EF4-FFF2-40B4-BE49-F238E27FC236}">
                <a16:creationId xmlns:a16="http://schemas.microsoft.com/office/drawing/2014/main" id="{1A500D81-7D2A-D6D1-F8D4-3D905A429414}"/>
              </a:ext>
            </a:extLst>
          </p:cNvPr>
          <p:cNvSpPr/>
          <p:nvPr/>
        </p:nvSpPr>
        <p:spPr>
          <a:xfrm>
            <a:off x="4431517" y="4687918"/>
            <a:ext cx="500000" cy="50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68" name="Icon" descr="icon.png">
            <a:extLst>
              <a:ext uri="{FF2B5EF4-FFF2-40B4-BE49-F238E27FC236}">
                <a16:creationId xmlns:a16="http://schemas.microsoft.com/office/drawing/2014/main" id="{7330C2AF-FD43-94A6-D93C-419E2AD80D4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4551517" y="4807918"/>
            <a:ext cx="260000" cy="260000"/>
          </a:xfrm>
          <a:prstGeom prst="rect">
            <a:avLst/>
          </a:prstGeom>
        </p:spPr>
      </p:pic>
      <p:sp>
        <p:nvSpPr>
          <p:cNvPr id="69" name="Text">
            <a:extLst>
              <a:ext uri="{FF2B5EF4-FFF2-40B4-BE49-F238E27FC236}">
                <a16:creationId xmlns:a16="http://schemas.microsoft.com/office/drawing/2014/main" id="{F1C82E1E-B899-CEF4-0369-36FBC1E5B03F}"/>
              </a:ext>
            </a:extLst>
          </p:cNvPr>
          <p:cNvSpPr/>
          <p:nvPr/>
        </p:nvSpPr>
        <p:spPr>
          <a:xfrm>
            <a:off x="3465927" y="5287918"/>
            <a:ext cx="24311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9"/>
                </a:solidFill>
                <a:latin typeface="Calibri" pitchFamily="34" charset="0"/>
              </a:rPr>
              <a:t>Test</a:t>
            </a:r>
          </a:p>
        </p:txBody>
      </p:sp>
      <p:sp>
        <p:nvSpPr>
          <p:cNvPr id="70" name="Text">
            <a:extLst>
              <a:ext uri="{FF2B5EF4-FFF2-40B4-BE49-F238E27FC236}">
                <a16:creationId xmlns:a16="http://schemas.microsoft.com/office/drawing/2014/main" id="{361697F3-6E74-77E2-155D-13A5D39ED76C}"/>
              </a:ext>
            </a:extLst>
          </p:cNvPr>
          <p:cNvSpPr/>
          <p:nvPr/>
        </p:nvSpPr>
        <p:spPr>
          <a:xfrm>
            <a:off x="3535927" y="5687918"/>
            <a:ext cx="2291180" cy="11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00" dirty="0">
                <a:solidFill>
                  <a:srgbClr val="9FB0BD"/>
                </a:solidFill>
                <a:latin typeface="Calibri" pitchFamily="34" charset="0"/>
              </a:rPr>
              <a:t>Deploy Trilogy Discover to model “Agentic AI” workflows that plan and execute multi-step resolutions.</a:t>
            </a:r>
          </a:p>
        </p:txBody>
      </p:sp>
      <p:sp>
        <p:nvSpPr>
          <p:cNvPr id="71" name="Arrow">
            <a:extLst>
              <a:ext uri="{FF2B5EF4-FFF2-40B4-BE49-F238E27FC236}">
                <a16:creationId xmlns:a16="http://schemas.microsoft.com/office/drawing/2014/main" id="{52290C2D-21A4-3095-43E0-04F2E7C1ADED}"/>
              </a:ext>
            </a:extLst>
          </p:cNvPr>
          <p:cNvSpPr/>
          <p:nvPr/>
        </p:nvSpPr>
        <p:spPr>
          <a:xfrm rot="5400000">
            <a:off x="6032107" y="4857918"/>
            <a:ext cx="160000" cy="130000"/>
          </a:xfrm>
          <a:prstGeom prst="triangle">
            <a:avLst/>
          </a:prstGeom>
          <a:solidFill>
            <a:srgbClr val="CAEA7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2" name="Card">
            <a:extLst>
              <a:ext uri="{FF2B5EF4-FFF2-40B4-BE49-F238E27FC236}">
                <a16:creationId xmlns:a16="http://schemas.microsoft.com/office/drawing/2014/main" id="{519EA801-2488-22B8-06C3-4EEC5DDF9E1E}"/>
              </a:ext>
            </a:extLst>
          </p:cNvPr>
          <p:cNvSpPr/>
          <p:nvPr/>
        </p:nvSpPr>
        <p:spPr>
          <a:xfrm>
            <a:off x="6287107" y="4437918"/>
            <a:ext cx="2511180" cy="1901987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3" name="IconCircle">
            <a:extLst>
              <a:ext uri="{FF2B5EF4-FFF2-40B4-BE49-F238E27FC236}">
                <a16:creationId xmlns:a16="http://schemas.microsoft.com/office/drawing/2014/main" id="{534BF437-59DF-8984-E317-48B364064660}"/>
              </a:ext>
            </a:extLst>
          </p:cNvPr>
          <p:cNvSpPr/>
          <p:nvPr/>
        </p:nvSpPr>
        <p:spPr>
          <a:xfrm>
            <a:off x="7292697" y="4687918"/>
            <a:ext cx="500000" cy="50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4" name="Icon" descr="icon.png">
            <a:extLst>
              <a:ext uri="{FF2B5EF4-FFF2-40B4-BE49-F238E27FC236}">
                <a16:creationId xmlns:a16="http://schemas.microsoft.com/office/drawing/2014/main" id="{B7B34769-4F25-5F9C-F8AD-949FDC4FAB89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7412697" y="4807918"/>
            <a:ext cx="260000" cy="260000"/>
          </a:xfrm>
          <a:prstGeom prst="rect">
            <a:avLst/>
          </a:prstGeom>
        </p:spPr>
      </p:pic>
      <p:sp>
        <p:nvSpPr>
          <p:cNvPr id="75" name="Text">
            <a:extLst>
              <a:ext uri="{FF2B5EF4-FFF2-40B4-BE49-F238E27FC236}">
                <a16:creationId xmlns:a16="http://schemas.microsoft.com/office/drawing/2014/main" id="{0432F09D-B617-18FD-184B-2D33B2A52307}"/>
              </a:ext>
            </a:extLst>
          </p:cNvPr>
          <p:cNvSpPr/>
          <p:nvPr/>
        </p:nvSpPr>
        <p:spPr>
          <a:xfrm>
            <a:off x="6327107" y="5287918"/>
            <a:ext cx="24311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9"/>
                </a:solidFill>
                <a:latin typeface="Calibri" pitchFamily="34" charset="0"/>
              </a:rPr>
              <a:t>Improve</a:t>
            </a:r>
          </a:p>
        </p:txBody>
      </p:sp>
      <p:sp>
        <p:nvSpPr>
          <p:cNvPr id="76" name="Text">
            <a:extLst>
              <a:ext uri="{FF2B5EF4-FFF2-40B4-BE49-F238E27FC236}">
                <a16:creationId xmlns:a16="http://schemas.microsoft.com/office/drawing/2014/main" id="{31914119-BCE1-27CB-4D43-419AC80D48EF}"/>
              </a:ext>
            </a:extLst>
          </p:cNvPr>
          <p:cNvSpPr/>
          <p:nvPr/>
        </p:nvSpPr>
        <p:spPr>
          <a:xfrm>
            <a:off x="6397107" y="5687918"/>
            <a:ext cx="2291180" cy="11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00" dirty="0">
                <a:solidFill>
                  <a:srgbClr val="9FB0BD"/>
                </a:solidFill>
                <a:latin typeface="Calibri" pitchFamily="34" charset="0"/>
              </a:rPr>
              <a:t>Measure accuracy, containment and CSAT in real time. Refine the AI on human-in-the-loop feedback.</a:t>
            </a:r>
          </a:p>
        </p:txBody>
      </p:sp>
      <p:sp>
        <p:nvSpPr>
          <p:cNvPr id="77" name="Arrow">
            <a:extLst>
              <a:ext uri="{FF2B5EF4-FFF2-40B4-BE49-F238E27FC236}">
                <a16:creationId xmlns:a16="http://schemas.microsoft.com/office/drawing/2014/main" id="{C470108D-22A2-11E6-950C-741080CBA90F}"/>
              </a:ext>
            </a:extLst>
          </p:cNvPr>
          <p:cNvSpPr/>
          <p:nvPr/>
        </p:nvSpPr>
        <p:spPr>
          <a:xfrm rot="5400000">
            <a:off x="8893287" y="4857918"/>
            <a:ext cx="160000" cy="130000"/>
          </a:xfrm>
          <a:prstGeom prst="triangle">
            <a:avLst/>
          </a:prstGeom>
          <a:solidFill>
            <a:srgbClr val="CAEA7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78" name="Card">
            <a:extLst>
              <a:ext uri="{FF2B5EF4-FFF2-40B4-BE49-F238E27FC236}">
                <a16:creationId xmlns:a16="http://schemas.microsoft.com/office/drawing/2014/main" id="{C04FFF4C-8382-EC69-79C2-0E2DCA059A56}"/>
              </a:ext>
            </a:extLst>
          </p:cNvPr>
          <p:cNvSpPr/>
          <p:nvPr/>
        </p:nvSpPr>
        <p:spPr>
          <a:xfrm>
            <a:off x="9148287" y="4437918"/>
            <a:ext cx="2511180" cy="1901987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9" name="IconCircle">
            <a:extLst>
              <a:ext uri="{FF2B5EF4-FFF2-40B4-BE49-F238E27FC236}">
                <a16:creationId xmlns:a16="http://schemas.microsoft.com/office/drawing/2014/main" id="{2FBDCA4F-05D9-D02F-DFBA-D2841F1119F6}"/>
              </a:ext>
            </a:extLst>
          </p:cNvPr>
          <p:cNvSpPr/>
          <p:nvPr/>
        </p:nvSpPr>
        <p:spPr>
          <a:xfrm>
            <a:off x="10153877" y="4687918"/>
            <a:ext cx="500000" cy="50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80" name="Icon" descr="icon.png">
            <a:extLst>
              <a:ext uri="{FF2B5EF4-FFF2-40B4-BE49-F238E27FC236}">
                <a16:creationId xmlns:a16="http://schemas.microsoft.com/office/drawing/2014/main" id="{96E8A30B-B18D-3CF3-BEDC-6ADF88522A19}"/>
              </a:ext>
            </a:extLst>
          </p:cNvPr>
          <p:cNvPicPr>
            <a:picLocks noChangeAspect="1"/>
          </p:cNvPicPr>
          <p:nvPr/>
        </p:nvPicPr>
        <p:blipFill>
          <a:blip r:embed="rId9">
            <a:lum bright="70000" contrast="-70000"/>
          </a:blip>
          <a:stretch>
            <a:fillRect/>
          </a:stretch>
        </p:blipFill>
        <p:spPr>
          <a:xfrm>
            <a:off x="10273877" y="4807918"/>
            <a:ext cx="260000" cy="260000"/>
          </a:xfrm>
          <a:prstGeom prst="rect">
            <a:avLst/>
          </a:prstGeom>
        </p:spPr>
      </p:pic>
      <p:sp>
        <p:nvSpPr>
          <p:cNvPr id="81" name="Text">
            <a:extLst>
              <a:ext uri="{FF2B5EF4-FFF2-40B4-BE49-F238E27FC236}">
                <a16:creationId xmlns:a16="http://schemas.microsoft.com/office/drawing/2014/main" id="{73651AED-5BFC-DF14-4873-7297F71BE83A}"/>
              </a:ext>
            </a:extLst>
          </p:cNvPr>
          <p:cNvSpPr/>
          <p:nvPr/>
        </p:nvSpPr>
        <p:spPr>
          <a:xfrm>
            <a:off x="9188287" y="5287918"/>
            <a:ext cx="24311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7F9"/>
                </a:solidFill>
                <a:latin typeface="Calibri" pitchFamily="34" charset="0"/>
              </a:rPr>
              <a:t>Deploy</a:t>
            </a:r>
          </a:p>
        </p:txBody>
      </p:sp>
      <p:sp>
        <p:nvSpPr>
          <p:cNvPr id="82" name="Text">
            <a:extLst>
              <a:ext uri="{FF2B5EF4-FFF2-40B4-BE49-F238E27FC236}">
                <a16:creationId xmlns:a16="http://schemas.microsoft.com/office/drawing/2014/main" id="{EC5DE8D3-1B4F-B3CF-D27B-9C302AC8E649}"/>
              </a:ext>
            </a:extLst>
          </p:cNvPr>
          <p:cNvSpPr/>
          <p:nvPr/>
        </p:nvSpPr>
        <p:spPr>
          <a:xfrm>
            <a:off x="9258287" y="5687918"/>
            <a:ext cx="2291180" cy="11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100" dirty="0">
                <a:solidFill>
                  <a:srgbClr val="9FB0BD"/>
                </a:solidFill>
                <a:latin typeface="Calibri" pitchFamily="34" charset="0"/>
              </a:rPr>
              <a:t>Seamlessly migrate finalised, stable solutions into your live BPO environment with 100% confidence.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rd"/>
          <p:cNvSpPr/>
          <p:nvPr/>
        </p:nvSpPr>
        <p:spPr>
          <a:xfrm>
            <a:off x="548640" y="1853390"/>
            <a:ext cx="10243185" cy="3350000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" name="Text 0"/>
          <p:cNvSpPr/>
          <p:nvPr/>
        </p:nvSpPr>
        <p:spPr>
          <a:xfrm>
            <a:off x="548640" y="365760"/>
            <a:ext cx="1109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E46A"/>
                </a:solidFill>
                <a:latin typeface="Calibri" pitchFamily="34" charset="0"/>
              </a:rPr>
              <a:t>04 — COMMERCIAL PROPOSAL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9"/>
                </a:solidFill>
                <a:latin typeface="Calibri" pitchFamily="34" charset="0"/>
              </a:rPr>
              <a:t>A 6-Month Test Kitchen. Then PPC (Pay Per Contract)</a:t>
            </a:r>
          </a:p>
        </p:txBody>
      </p:sp>
      <p:sp>
        <p:nvSpPr>
          <p:cNvPr id="4" name="Text"/>
          <p:cNvSpPr/>
          <p:nvPr/>
        </p:nvSpPr>
        <p:spPr>
          <a:xfrm>
            <a:off x="548640" y="1341120"/>
            <a:ext cx="1109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5F7F9"/>
                </a:solidFill>
                <a:latin typeface="Calibri" pitchFamily="34" charset="0"/>
              </a:rPr>
              <a:t>A single, all-inclusive 6-month fee to manage the test kitchen. Once target of 150 contracts sold has been achieved, we switch to a PPC model.  </a:t>
            </a:r>
          </a:p>
          <a:p>
            <a:pPr marL="0" indent="0">
              <a:buNone/>
            </a:pPr>
            <a:endParaRPr lang="en-US" sz="1400" dirty="0">
              <a:solidFill>
                <a:srgbClr val="F5F7F9"/>
              </a:solidFill>
              <a:latin typeface="Calibri" pitchFamily="34" charset="0"/>
            </a:endParaRPr>
          </a:p>
        </p:txBody>
      </p:sp>
      <p:sp>
        <p:nvSpPr>
          <p:cNvPr id="5" name="Card"/>
          <p:cNvSpPr/>
          <p:nvPr/>
        </p:nvSpPr>
        <p:spPr>
          <a:xfrm>
            <a:off x="8201092" y="2149760"/>
            <a:ext cx="2083001" cy="2772230"/>
          </a:xfrm>
          <a:prstGeom prst="roundRect">
            <a:avLst>
              <a:gd name="adj" fmla="val 6667"/>
            </a:avLst>
          </a:prstGeom>
          <a:solidFill>
            <a:srgbClr val="0F2233"/>
          </a:solidFill>
          <a:ln w="12700">
            <a:solidFill>
              <a:srgbClr val="CAEA7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Text"/>
          <p:cNvSpPr/>
          <p:nvPr/>
        </p:nvSpPr>
        <p:spPr>
          <a:xfrm>
            <a:off x="8451092" y="2268566"/>
            <a:ext cx="1690126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9FB0BD"/>
                </a:solidFill>
                <a:latin typeface="Calibri" pitchFamily="34" charset="0"/>
              </a:rPr>
              <a:t>TEST KITCHEN</a:t>
            </a:r>
          </a:p>
        </p:txBody>
      </p:sp>
      <p:sp>
        <p:nvSpPr>
          <p:cNvPr id="7" name="Text"/>
          <p:cNvSpPr/>
          <p:nvPr/>
        </p:nvSpPr>
        <p:spPr>
          <a:xfrm>
            <a:off x="8451092" y="2483530"/>
            <a:ext cx="1461526" cy="617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CAEA70"/>
                </a:solidFill>
                <a:latin typeface="Calibri" pitchFamily="34" charset="0"/>
              </a:rPr>
              <a:t>R195k</a:t>
            </a:r>
          </a:p>
        </p:txBody>
      </p:sp>
      <p:sp>
        <p:nvSpPr>
          <p:cNvPr id="8" name="Text"/>
          <p:cNvSpPr/>
          <p:nvPr/>
        </p:nvSpPr>
        <p:spPr>
          <a:xfrm>
            <a:off x="8451092" y="2910218"/>
            <a:ext cx="1613926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5F7F9"/>
                </a:solidFill>
                <a:latin typeface="Calibri" pitchFamily="34" charset="0"/>
              </a:rPr>
              <a:t>per month, all-inclusive. For 6 months</a:t>
            </a:r>
          </a:p>
        </p:txBody>
      </p:sp>
      <p:sp>
        <p:nvSpPr>
          <p:cNvPr id="12" name="Text"/>
          <p:cNvSpPr/>
          <p:nvPr/>
        </p:nvSpPr>
        <p:spPr>
          <a:xfrm>
            <a:off x="848640" y="2073390"/>
            <a:ext cx="684472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5F7F9"/>
                </a:solidFill>
                <a:latin typeface="Calibri" pitchFamily="34" charset="0"/>
              </a:rPr>
              <a:t>What's Included</a:t>
            </a:r>
          </a:p>
        </p:txBody>
      </p:sp>
      <p:sp>
        <p:nvSpPr>
          <p:cNvPr id="13" name="Glyph"/>
          <p:cNvSpPr/>
          <p:nvPr/>
        </p:nvSpPr>
        <p:spPr>
          <a:xfrm>
            <a:off x="838640" y="2613390"/>
            <a:ext cx="260000" cy="260000"/>
          </a:xfrm>
          <a:prstGeom prst="ellipse">
            <a:avLst/>
          </a:prstGeom>
          <a:solidFill>
            <a:srgbClr val="CAEA70"/>
          </a:solidFill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C1926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14" name="Text"/>
          <p:cNvSpPr/>
          <p:nvPr/>
        </p:nvSpPr>
        <p:spPr>
          <a:xfrm>
            <a:off x="1248640" y="2520840"/>
            <a:ext cx="64447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5F7F9"/>
                </a:solidFill>
                <a:latin typeface="Calibri" pitchFamily="34" charset="0"/>
              </a:rPr>
              <a:t>Dedicated Sales Agents</a:t>
            </a:r>
          </a:p>
        </p:txBody>
      </p:sp>
      <p:sp>
        <p:nvSpPr>
          <p:cNvPr id="15" name="Glyph"/>
          <p:cNvSpPr/>
          <p:nvPr/>
        </p:nvSpPr>
        <p:spPr>
          <a:xfrm>
            <a:off x="838640" y="3113390"/>
            <a:ext cx="260000" cy="260000"/>
          </a:xfrm>
          <a:prstGeom prst="ellipse">
            <a:avLst/>
          </a:prstGeom>
          <a:solidFill>
            <a:srgbClr val="CAEA70"/>
          </a:solidFill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C1926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16" name="Text"/>
          <p:cNvSpPr/>
          <p:nvPr/>
        </p:nvSpPr>
        <p:spPr>
          <a:xfrm>
            <a:off x="1248640" y="3020840"/>
            <a:ext cx="64447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5F7F9"/>
                </a:solidFill>
                <a:latin typeface="Calibri" pitchFamily="34" charset="0"/>
              </a:rPr>
              <a:t>A full WhatsApp solution</a:t>
            </a:r>
          </a:p>
        </p:txBody>
      </p:sp>
      <p:sp>
        <p:nvSpPr>
          <p:cNvPr id="17" name="Glyph"/>
          <p:cNvSpPr/>
          <p:nvPr/>
        </p:nvSpPr>
        <p:spPr>
          <a:xfrm>
            <a:off x="838640" y="3613390"/>
            <a:ext cx="260000" cy="260000"/>
          </a:xfrm>
          <a:prstGeom prst="ellipse">
            <a:avLst/>
          </a:prstGeom>
          <a:solidFill>
            <a:srgbClr val="CAEA70"/>
          </a:solidFill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C1926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18" name="Text"/>
          <p:cNvSpPr/>
          <p:nvPr/>
        </p:nvSpPr>
        <p:spPr>
          <a:xfrm>
            <a:off x="1248640" y="3520840"/>
            <a:ext cx="64447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5F7F9"/>
                </a:solidFill>
                <a:latin typeface="Calibri" pitchFamily="34" charset="0"/>
              </a:rPr>
              <a:t>QContact omnichannel solution</a:t>
            </a:r>
          </a:p>
        </p:txBody>
      </p:sp>
      <p:sp>
        <p:nvSpPr>
          <p:cNvPr id="19" name="Glyph"/>
          <p:cNvSpPr/>
          <p:nvPr/>
        </p:nvSpPr>
        <p:spPr>
          <a:xfrm>
            <a:off x="838640" y="4113390"/>
            <a:ext cx="260000" cy="260000"/>
          </a:xfrm>
          <a:prstGeom prst="ellipse">
            <a:avLst/>
          </a:prstGeom>
          <a:solidFill>
            <a:srgbClr val="CAEA70"/>
          </a:solidFill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C1926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20" name="Text"/>
          <p:cNvSpPr/>
          <p:nvPr/>
        </p:nvSpPr>
        <p:spPr>
          <a:xfrm>
            <a:off x="1248640" y="4020840"/>
            <a:ext cx="64447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5F7F9"/>
                </a:solidFill>
                <a:latin typeface="Calibri" pitchFamily="34" charset="0"/>
              </a:rPr>
              <a:t>Visibilitie.com lead generation</a:t>
            </a:r>
          </a:p>
        </p:txBody>
      </p:sp>
      <p:sp>
        <p:nvSpPr>
          <p:cNvPr id="21" name="Glyph"/>
          <p:cNvSpPr/>
          <p:nvPr/>
        </p:nvSpPr>
        <p:spPr>
          <a:xfrm>
            <a:off x="838640" y="4613390"/>
            <a:ext cx="260000" cy="260000"/>
          </a:xfrm>
          <a:prstGeom prst="ellipse">
            <a:avLst/>
          </a:prstGeom>
          <a:solidFill>
            <a:srgbClr val="CAEA70"/>
          </a:solidFill>
          <a:ln>
            <a:noFill/>
          </a:ln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C1926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22" name="Text"/>
          <p:cNvSpPr/>
          <p:nvPr/>
        </p:nvSpPr>
        <p:spPr>
          <a:xfrm>
            <a:off x="1248640" y="4520840"/>
            <a:ext cx="64447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5F7F9"/>
                </a:solidFill>
                <a:latin typeface="Calibri" pitchFamily="34" charset="0"/>
              </a:rPr>
              <a:t>Full contact centre and Ai management</a:t>
            </a:r>
          </a:p>
        </p:txBody>
      </p:sp>
      <p:sp>
        <p:nvSpPr>
          <p:cNvPr id="23" name="Card"/>
          <p:cNvSpPr/>
          <p:nvPr/>
        </p:nvSpPr>
        <p:spPr>
          <a:xfrm>
            <a:off x="548639" y="5450000"/>
            <a:ext cx="10243185" cy="1108000"/>
          </a:xfrm>
          <a:prstGeom prst="roundRect">
            <a:avLst>
              <a:gd name="adj" fmla="val 6667"/>
            </a:avLst>
          </a:prstGeom>
          <a:solidFill>
            <a:srgbClr val="0F2233"/>
          </a:solidFill>
          <a:ln w="12700">
            <a:solidFill>
              <a:srgbClr val="CAEA7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IconCircle"/>
          <p:cNvSpPr/>
          <p:nvPr/>
        </p:nvSpPr>
        <p:spPr>
          <a:xfrm>
            <a:off x="888640" y="5694000"/>
            <a:ext cx="620000" cy="62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5" name="Icon" descr="icon.png"/>
          <p:cNvPicPr>
            <a:picLocks noChangeAspect="1"/>
          </p:cNvPicPr>
          <p:nvPr/>
        </p:nvPicPr>
        <p:blipFill>
          <a:blip r:embed="rId2">
            <a:lum bright="70000" contrast="-70000"/>
          </a:blip>
          <a:stretch>
            <a:fillRect/>
          </a:stretch>
        </p:blipFill>
        <p:spPr>
          <a:xfrm>
            <a:off x="1038640" y="5844000"/>
            <a:ext cx="320000" cy="320000"/>
          </a:xfrm>
          <a:prstGeom prst="rect">
            <a:avLst/>
          </a:prstGeom>
        </p:spPr>
      </p:pic>
      <p:sp>
        <p:nvSpPr>
          <p:cNvPr id="26" name="Text"/>
          <p:cNvSpPr/>
          <p:nvPr/>
        </p:nvSpPr>
        <p:spPr>
          <a:xfrm>
            <a:off x="1698640" y="5600000"/>
            <a:ext cx="96447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CAEA70"/>
                </a:solidFill>
                <a:latin typeface="Calibri" pitchFamily="34" charset="0"/>
              </a:rPr>
              <a:t>Month 7 onward: we move to a PPC</a:t>
            </a:r>
          </a:p>
        </p:txBody>
      </p:sp>
      <p:sp>
        <p:nvSpPr>
          <p:cNvPr id="27" name="Text"/>
          <p:cNvSpPr/>
          <p:nvPr/>
        </p:nvSpPr>
        <p:spPr>
          <a:xfrm>
            <a:off x="1698640" y="5975730"/>
            <a:ext cx="87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F5F7F9"/>
                </a:solidFill>
                <a:latin typeface="Calibri" pitchFamily="34" charset="0"/>
              </a:rPr>
              <a:t>Once value is proven inside the Test Kitchen, commercial terms shift from a fixed monthly fee to an outcome-aligned, risk-based model — you pay for validated contract, not headcount.</a:t>
            </a:r>
          </a:p>
        </p:txBody>
      </p:sp>
      <p:sp>
        <p:nvSpPr>
          <p:cNvPr id="34" name="Text">
            <a:extLst>
              <a:ext uri="{FF2B5EF4-FFF2-40B4-BE49-F238E27FC236}">
                <a16:creationId xmlns:a16="http://schemas.microsoft.com/office/drawing/2014/main" id="{F570BCA2-B13C-07C7-F048-F3144BBE94E9}"/>
              </a:ext>
            </a:extLst>
          </p:cNvPr>
          <p:cNvSpPr/>
          <p:nvPr/>
        </p:nvSpPr>
        <p:spPr>
          <a:xfrm>
            <a:off x="8406374" y="3819631"/>
            <a:ext cx="1461526" cy="617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CAEA70"/>
                </a:solidFill>
                <a:latin typeface="Calibri" pitchFamily="34" charset="0"/>
              </a:rPr>
              <a:t>R4k</a:t>
            </a:r>
          </a:p>
        </p:txBody>
      </p:sp>
      <p:sp>
        <p:nvSpPr>
          <p:cNvPr id="35" name="Text">
            <a:extLst>
              <a:ext uri="{FF2B5EF4-FFF2-40B4-BE49-F238E27FC236}">
                <a16:creationId xmlns:a16="http://schemas.microsoft.com/office/drawing/2014/main" id="{3D4D0B4A-F027-E26B-A1C3-43FF7BACD777}"/>
              </a:ext>
            </a:extLst>
          </p:cNvPr>
          <p:cNvSpPr/>
          <p:nvPr/>
        </p:nvSpPr>
        <p:spPr>
          <a:xfrm>
            <a:off x="8406374" y="4267081"/>
            <a:ext cx="1734844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5F7F9"/>
                </a:solidFill>
                <a:latin typeface="Calibri" pitchFamily="34" charset="0"/>
              </a:rPr>
              <a:t>per contract post 6 months</a:t>
            </a:r>
          </a:p>
        </p:txBody>
      </p:sp>
      <p:sp>
        <p:nvSpPr>
          <p:cNvPr id="36" name="Text">
            <a:extLst>
              <a:ext uri="{FF2B5EF4-FFF2-40B4-BE49-F238E27FC236}">
                <a16:creationId xmlns:a16="http://schemas.microsoft.com/office/drawing/2014/main" id="{52ABB1CB-0E16-9C59-5556-84C47D287454}"/>
              </a:ext>
            </a:extLst>
          </p:cNvPr>
          <p:cNvSpPr/>
          <p:nvPr/>
        </p:nvSpPr>
        <p:spPr>
          <a:xfrm>
            <a:off x="8428733" y="3669631"/>
            <a:ext cx="1690126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9FB0BD"/>
                </a:solidFill>
                <a:latin typeface="Calibri" pitchFamily="34" charset="0"/>
              </a:rPr>
              <a:t>PPC (Pay Per Contract)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EE46A"/>
                </a:solidFill>
                <a:latin typeface="Calibri" pitchFamily="34" charset="0"/>
              </a:rPr>
              <a:t>05 — LEAD &amp; SALES FLOW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9"/>
                </a:solidFill>
                <a:latin typeface="Calibri" pitchFamily="34" charset="0"/>
              </a:rPr>
              <a:t>From Outreach to Handoff, All Through One Hub</a:t>
            </a:r>
          </a:p>
        </p:txBody>
      </p:sp>
      <p:sp>
        <p:nvSpPr>
          <p:cNvPr id="4" name="Text"/>
          <p:cNvSpPr/>
          <p:nvPr/>
        </p:nvSpPr>
        <p:spPr>
          <a:xfrm>
            <a:off x="548640" y="1341120"/>
            <a:ext cx="110947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5F7F9"/>
                </a:solidFill>
                <a:latin typeface="Calibri" pitchFamily="34" charset="0"/>
              </a:rPr>
              <a:t>Our test kitchen CRM sits at the centre of every lead source, every conversation, and every handoff to OOBA.</a:t>
            </a:r>
          </a:p>
        </p:txBody>
      </p:sp>
      <p:sp>
        <p:nvSpPr>
          <p:cNvPr id="5" name="Card"/>
          <p:cNvSpPr/>
          <p:nvPr/>
        </p:nvSpPr>
        <p:spPr>
          <a:xfrm>
            <a:off x="548640" y="1950000"/>
            <a:ext cx="2548680" cy="1500000"/>
          </a:xfrm>
          <a:prstGeom prst="roundRect">
            <a:avLst>
              <a:gd name="adj" fmla="val 6667"/>
            </a:avLst>
          </a:prstGeom>
          <a:solidFill>
            <a:srgbClr val="0F2233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6" name="IconCircle"/>
          <p:cNvSpPr/>
          <p:nvPr/>
        </p:nvSpPr>
        <p:spPr>
          <a:xfrm>
            <a:off x="728640" y="2460000"/>
            <a:ext cx="480000" cy="48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7" name="Icon" descr="icon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843640" y="2575000"/>
            <a:ext cx="250000" cy="250000"/>
          </a:xfrm>
          <a:prstGeom prst="rect">
            <a:avLst/>
          </a:prstGeom>
        </p:spPr>
      </p:pic>
      <p:sp>
        <p:nvSpPr>
          <p:cNvPr id="8" name="Text"/>
          <p:cNvSpPr/>
          <p:nvPr/>
        </p:nvSpPr>
        <p:spPr>
          <a:xfrm>
            <a:off x="1288640" y="2280000"/>
            <a:ext cx="172868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F5F7F9"/>
                </a:solidFill>
                <a:latin typeface="Calibri" pitchFamily="34" charset="0"/>
              </a:rPr>
              <a:t>Email &amp; WhatsApp Outbound</a:t>
            </a:r>
          </a:p>
        </p:txBody>
      </p:sp>
      <p:sp>
        <p:nvSpPr>
          <p:cNvPr id="9" name="Text"/>
          <p:cNvSpPr/>
          <p:nvPr/>
        </p:nvSpPr>
        <p:spPr>
          <a:xfrm>
            <a:off x="1288640" y="2850000"/>
            <a:ext cx="17286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BD"/>
                </a:solidFill>
                <a:latin typeface="Calibri" pitchFamily="34" charset="0"/>
              </a:rPr>
              <a:t>To existing customers (*)</a:t>
            </a:r>
          </a:p>
          <a:p>
            <a:pPr marL="0" indent="0">
              <a:buNone/>
            </a:pPr>
            <a:endParaRPr lang="en-US" sz="1100" dirty="0">
              <a:solidFill>
                <a:srgbClr val="9FB0BD"/>
              </a:solidFill>
              <a:latin typeface="Calibri" pitchFamily="34" charset="0"/>
            </a:endParaRPr>
          </a:p>
          <a:p>
            <a:pPr marL="0" indent="0">
              <a:buNone/>
            </a:pPr>
            <a:r>
              <a:rPr lang="en-US" sz="950" i="1" dirty="0">
                <a:solidFill>
                  <a:srgbClr val="9FB0BD"/>
                </a:solidFill>
                <a:latin typeface="Calibri" pitchFamily="34" charset="0"/>
              </a:rPr>
              <a:t>Exploit current OOBA DB</a:t>
            </a:r>
          </a:p>
        </p:txBody>
      </p:sp>
      <p:sp>
        <p:nvSpPr>
          <p:cNvPr id="10" name="Card"/>
          <p:cNvSpPr/>
          <p:nvPr/>
        </p:nvSpPr>
        <p:spPr>
          <a:xfrm>
            <a:off x="548640" y="3850000"/>
            <a:ext cx="2548680" cy="1500000"/>
          </a:xfrm>
          <a:prstGeom prst="roundRect">
            <a:avLst>
              <a:gd name="adj" fmla="val 6667"/>
            </a:avLst>
          </a:prstGeom>
          <a:solidFill>
            <a:srgbClr val="0F2233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IconCircle"/>
          <p:cNvSpPr/>
          <p:nvPr/>
        </p:nvSpPr>
        <p:spPr>
          <a:xfrm>
            <a:off x="728640" y="4360000"/>
            <a:ext cx="480000" cy="48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2" name="Icon" descr="icon.png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843640" y="4475000"/>
            <a:ext cx="250000" cy="250000"/>
          </a:xfrm>
          <a:prstGeom prst="rect">
            <a:avLst/>
          </a:prstGeom>
        </p:spPr>
      </p:pic>
      <p:sp>
        <p:nvSpPr>
          <p:cNvPr id="13" name="Text"/>
          <p:cNvSpPr/>
          <p:nvPr/>
        </p:nvSpPr>
        <p:spPr>
          <a:xfrm>
            <a:off x="1288640" y="4130000"/>
            <a:ext cx="172868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5F7F9"/>
                </a:solidFill>
                <a:latin typeface="Calibri" pitchFamily="34" charset="0"/>
              </a:rPr>
              <a:t>Social Media Outreach</a:t>
            </a:r>
          </a:p>
        </p:txBody>
      </p:sp>
      <p:sp>
        <p:nvSpPr>
          <p:cNvPr id="14" name="Text"/>
          <p:cNvSpPr/>
          <p:nvPr/>
        </p:nvSpPr>
        <p:spPr>
          <a:xfrm>
            <a:off x="1288640" y="4550000"/>
            <a:ext cx="172868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FB0BD"/>
                </a:solidFill>
                <a:latin typeface="Calibri" pitchFamily="34" charset="0"/>
              </a:rPr>
              <a:t>AI-qualified new leads </a:t>
            </a:r>
          </a:p>
        </p:txBody>
      </p:sp>
      <p:sp>
        <p:nvSpPr>
          <p:cNvPr id="15" name="Text"/>
          <p:cNvSpPr/>
          <p:nvPr/>
        </p:nvSpPr>
        <p:spPr>
          <a:xfrm>
            <a:off x="1288640" y="4850000"/>
            <a:ext cx="172868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9FB0BD"/>
                </a:solidFill>
                <a:latin typeface="Calibri" pitchFamily="34" charset="0"/>
              </a:rPr>
              <a:t>Intent-based prospects, not cold calls</a:t>
            </a:r>
          </a:p>
        </p:txBody>
      </p:sp>
      <p:cxnSp>
        <p:nvCxnSpPr>
          <p:cNvPr id="16" name="Connector"/>
          <p:cNvCxnSpPr/>
          <p:nvPr/>
        </p:nvCxnSpPr>
        <p:spPr>
          <a:xfrm>
            <a:off x="3097320" y="2700000"/>
            <a:ext cx="300000" cy="950000"/>
          </a:xfrm>
          <a:prstGeom prst="line">
            <a:avLst/>
          </a:prstGeom>
          <a:ln w="19050">
            <a:solidFill>
              <a:srgbClr val="2C4A6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</p:cxnSp>
      <p:cxnSp>
        <p:nvCxnSpPr>
          <p:cNvPr id="17" name="Connector"/>
          <p:cNvCxnSpPr/>
          <p:nvPr/>
        </p:nvCxnSpPr>
        <p:spPr>
          <a:xfrm flipH="1">
            <a:off x="3097320" y="3650000"/>
            <a:ext cx="300000" cy="950000"/>
          </a:xfrm>
          <a:prstGeom prst="line">
            <a:avLst/>
          </a:prstGeom>
          <a:ln w="19050">
            <a:solidFill>
              <a:srgbClr val="2C4A6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</p:cxnSp>
      <p:sp>
        <p:nvSpPr>
          <p:cNvPr id="18" name="Card"/>
          <p:cNvSpPr/>
          <p:nvPr/>
        </p:nvSpPr>
        <p:spPr>
          <a:xfrm>
            <a:off x="3397320" y="1962912"/>
            <a:ext cx="2548680" cy="3387088"/>
          </a:xfrm>
          <a:prstGeom prst="roundRect">
            <a:avLst>
              <a:gd name="adj" fmla="val 6667"/>
            </a:avLst>
          </a:prstGeom>
          <a:solidFill>
            <a:srgbClr val="0F2233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Text"/>
          <p:cNvSpPr/>
          <p:nvPr/>
        </p:nvSpPr>
        <p:spPr>
          <a:xfrm>
            <a:off x="3520150" y="2981000"/>
            <a:ext cx="224868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9"/>
                </a:solidFill>
                <a:latin typeface="Calibri" pitchFamily="34" charset="0"/>
              </a:rPr>
              <a:t>Omnichannel Sales CRM Platform</a:t>
            </a:r>
          </a:p>
        </p:txBody>
      </p:sp>
      <p:sp>
        <p:nvSpPr>
          <p:cNvPr id="21" name="Text"/>
          <p:cNvSpPr/>
          <p:nvPr/>
        </p:nvSpPr>
        <p:spPr>
          <a:xfrm>
            <a:off x="3645150" y="3650615"/>
            <a:ext cx="204868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FB0BD"/>
                </a:solidFill>
                <a:latin typeface="Calibri" pitchFamily="34" charset="0"/>
              </a:rPr>
              <a:t>Every lead and conversation in managed on this Omnichannel CRM</a:t>
            </a:r>
          </a:p>
          <a:p>
            <a:pPr marL="0" indent="0" algn="ctr">
              <a:lnSpc>
                <a:spcPct val="115000"/>
              </a:lnSpc>
              <a:buNone/>
            </a:pPr>
            <a:endParaRPr lang="en-US" sz="1050" dirty="0">
              <a:solidFill>
                <a:srgbClr val="9FB0BD"/>
              </a:solidFill>
              <a:latin typeface="Calibri" pitchFamily="34" charset="0"/>
            </a:endParaRP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9FB0BD"/>
                </a:solidFill>
                <a:latin typeface="Calibri" pitchFamily="34" charset="0"/>
              </a:rPr>
              <a:t>WhatsApp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9FB0BD"/>
                </a:solidFill>
                <a:latin typeface="Calibri" pitchFamily="34" charset="0"/>
              </a:rPr>
              <a:t>Email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9FB0BD"/>
                </a:solidFill>
                <a:latin typeface="Calibri" pitchFamily="34" charset="0"/>
              </a:rPr>
              <a:t>Social Media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9FB0BD"/>
                </a:solidFill>
                <a:latin typeface="Calibri" pitchFamily="34" charset="0"/>
              </a:rPr>
              <a:t>Voice</a:t>
            </a:r>
          </a:p>
        </p:txBody>
      </p:sp>
      <p:cxnSp>
        <p:nvCxnSpPr>
          <p:cNvPr id="22" name="Connector"/>
          <p:cNvCxnSpPr/>
          <p:nvPr/>
        </p:nvCxnSpPr>
        <p:spPr>
          <a:xfrm>
            <a:off x="5946000" y="3650000"/>
            <a:ext cx="300000" cy="1"/>
          </a:xfrm>
          <a:prstGeom prst="line">
            <a:avLst/>
          </a:prstGeom>
          <a:ln w="25400">
            <a:solidFill>
              <a:srgbClr val="CAEA7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</p:cxnSp>
      <p:sp>
        <p:nvSpPr>
          <p:cNvPr id="23" name="Arrow"/>
          <p:cNvSpPr/>
          <p:nvPr/>
        </p:nvSpPr>
        <p:spPr>
          <a:xfrm rot="5400000">
            <a:off x="6016000" y="3585000"/>
            <a:ext cx="160000" cy="130000"/>
          </a:xfrm>
          <a:prstGeom prst="triangle">
            <a:avLst/>
          </a:prstGeom>
          <a:solidFill>
            <a:srgbClr val="CAEA7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24" name="Card"/>
          <p:cNvSpPr/>
          <p:nvPr/>
        </p:nvSpPr>
        <p:spPr>
          <a:xfrm>
            <a:off x="6246000" y="2139981"/>
            <a:ext cx="2548680" cy="2976900"/>
          </a:xfrm>
          <a:prstGeom prst="roundRect">
            <a:avLst>
              <a:gd name="adj" fmla="val 6667"/>
            </a:avLst>
          </a:prstGeom>
          <a:solidFill>
            <a:srgbClr val="0F2233"/>
          </a:solidFill>
          <a:ln w="12700">
            <a:solidFill>
              <a:srgbClr val="2C4A61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IconCircle"/>
          <p:cNvSpPr/>
          <p:nvPr/>
        </p:nvSpPr>
        <p:spPr>
          <a:xfrm>
            <a:off x="7260340" y="2359981"/>
            <a:ext cx="520000" cy="52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"/>
          <p:cNvSpPr/>
          <p:nvPr/>
        </p:nvSpPr>
        <p:spPr>
          <a:xfrm>
            <a:off x="6326000" y="3019981"/>
            <a:ext cx="238868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F7F9"/>
                </a:solidFill>
                <a:latin typeface="Calibri" pitchFamily="34" charset="0"/>
              </a:rPr>
              <a:t>Sales Conversion</a:t>
            </a:r>
          </a:p>
        </p:txBody>
      </p:sp>
      <p:sp>
        <p:nvSpPr>
          <p:cNvPr id="28" name="Text"/>
          <p:cNvSpPr/>
          <p:nvPr/>
        </p:nvSpPr>
        <p:spPr>
          <a:xfrm>
            <a:off x="6366000" y="3439981"/>
            <a:ext cx="23086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dirty="0">
                <a:solidFill>
                  <a:srgbClr val="9FB0BD"/>
                </a:solidFill>
                <a:latin typeface="Calibri" pitchFamily="34" charset="0"/>
              </a:rPr>
              <a:t>Agents close the sale on customer’s channel of choice</a:t>
            </a:r>
          </a:p>
        </p:txBody>
      </p:sp>
      <p:cxnSp>
        <p:nvCxnSpPr>
          <p:cNvPr id="29" name="Connector"/>
          <p:cNvCxnSpPr/>
          <p:nvPr/>
        </p:nvCxnSpPr>
        <p:spPr>
          <a:xfrm>
            <a:off x="8794680" y="3650000"/>
            <a:ext cx="300000" cy="1"/>
          </a:xfrm>
          <a:prstGeom prst="line">
            <a:avLst/>
          </a:prstGeom>
          <a:ln w="25400">
            <a:solidFill>
              <a:srgbClr val="CAEA7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</p:cxnSp>
      <p:sp>
        <p:nvSpPr>
          <p:cNvPr id="30" name="Arrow"/>
          <p:cNvSpPr/>
          <p:nvPr/>
        </p:nvSpPr>
        <p:spPr>
          <a:xfrm rot="5400000">
            <a:off x="8864680" y="3585000"/>
            <a:ext cx="160000" cy="130000"/>
          </a:xfrm>
          <a:prstGeom prst="triangle">
            <a:avLst/>
          </a:prstGeom>
          <a:solidFill>
            <a:srgbClr val="CAEA70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1" name="Card"/>
          <p:cNvSpPr/>
          <p:nvPr/>
        </p:nvSpPr>
        <p:spPr>
          <a:xfrm>
            <a:off x="9094680" y="2700000"/>
            <a:ext cx="2548680" cy="1900000"/>
          </a:xfrm>
          <a:prstGeom prst="roundRect">
            <a:avLst>
              <a:gd name="adj" fmla="val 6667"/>
            </a:avLst>
          </a:prstGeom>
          <a:solidFill>
            <a:srgbClr val="132A3D"/>
          </a:solidFill>
          <a:ln w="25400">
            <a:solidFill>
              <a:srgbClr val="CAEA70"/>
            </a:solidFill>
            <a:prstDash val="solid"/>
          </a:ln>
          <a:effectLst>
            <a:outerShdw blurRad="1016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Text"/>
          <p:cNvSpPr/>
          <p:nvPr/>
        </p:nvSpPr>
        <p:spPr>
          <a:xfrm>
            <a:off x="9174680" y="2980000"/>
            <a:ext cx="238868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FB0BD"/>
                </a:solidFill>
                <a:latin typeface="Calibri" pitchFamily="34" charset="0"/>
              </a:rPr>
              <a:t>CUSTOMER HANDOFF</a:t>
            </a:r>
          </a:p>
        </p:txBody>
      </p:sp>
      <p:pic>
        <p:nvPicPr>
          <p:cNvPr id="33" name="Ooba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9020" y="3380000"/>
            <a:ext cx="1500000" cy="342000"/>
          </a:xfrm>
          <a:prstGeom prst="rect">
            <a:avLst/>
          </a:prstGeom>
        </p:spPr>
      </p:pic>
      <p:sp>
        <p:nvSpPr>
          <p:cNvPr id="34" name="Text"/>
          <p:cNvSpPr/>
          <p:nvPr/>
        </p:nvSpPr>
        <p:spPr>
          <a:xfrm>
            <a:off x="9214680" y="3950000"/>
            <a:ext cx="23086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050" dirty="0">
                <a:solidFill>
                  <a:srgbClr val="F5F7F9"/>
                </a:solidFill>
                <a:latin typeface="Calibri" pitchFamily="34" charset="0"/>
              </a:rPr>
              <a:t>Converted  customer handed to OOBA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DC6E34-61DF-0050-A128-6F75B8010AA4}"/>
              </a:ext>
            </a:extLst>
          </p:cNvPr>
          <p:cNvSpPr txBox="1"/>
          <p:nvPr/>
        </p:nvSpPr>
        <p:spPr>
          <a:xfrm>
            <a:off x="6915150" y="3950000"/>
            <a:ext cx="1759530" cy="8247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9FB0BD"/>
                </a:solidFill>
                <a:latin typeface="Calibri" pitchFamily="34" charset="0"/>
              </a:rPr>
              <a:t>WhatsApp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9FB0BD"/>
                </a:solidFill>
                <a:latin typeface="Calibri" pitchFamily="34" charset="0"/>
              </a:rPr>
              <a:t>Email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9FB0BD"/>
                </a:solidFill>
                <a:latin typeface="Calibri" pitchFamily="34" charset="0"/>
              </a:rPr>
              <a:t>Social Media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9FB0BD"/>
                </a:solidFill>
                <a:latin typeface="Calibri" pitchFamily="34" charset="0"/>
              </a:rPr>
              <a:t>Voice</a:t>
            </a:r>
          </a:p>
        </p:txBody>
      </p:sp>
      <p:sp>
        <p:nvSpPr>
          <p:cNvPr id="38" name="IconCircle">
            <a:extLst>
              <a:ext uri="{FF2B5EF4-FFF2-40B4-BE49-F238E27FC236}">
                <a16:creationId xmlns:a16="http://schemas.microsoft.com/office/drawing/2014/main" id="{B7AA4A95-B4B2-FC8D-C992-1D956ED06ED9}"/>
              </a:ext>
            </a:extLst>
          </p:cNvPr>
          <p:cNvSpPr/>
          <p:nvPr/>
        </p:nvSpPr>
        <p:spPr>
          <a:xfrm>
            <a:off x="4389850" y="2185385"/>
            <a:ext cx="520000" cy="520000"/>
          </a:xfrm>
          <a:prstGeom prst="ellipse">
            <a:avLst/>
          </a:prstGeom>
          <a:solidFill>
            <a:srgbClr val="0F2233"/>
          </a:solidFill>
          <a:ln w="15875">
            <a:solidFill>
              <a:srgbClr val="CAEA7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9" name="Icon" descr="icon.png">
            <a:extLst>
              <a:ext uri="{FF2B5EF4-FFF2-40B4-BE49-F238E27FC236}">
                <a16:creationId xmlns:a16="http://schemas.microsoft.com/office/drawing/2014/main" id="{BF2AE701-23B6-B7B6-3411-0D1087BB943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4514850" y="2310385"/>
            <a:ext cx="270000" cy="270000"/>
          </a:xfrm>
          <a:prstGeom prst="rect">
            <a:avLst/>
          </a:prstGeom>
        </p:spPr>
      </p:pic>
      <p:pic>
        <p:nvPicPr>
          <p:cNvPr id="43" name="Graphic 42" descr="Dollar with solid fill">
            <a:extLst>
              <a:ext uri="{FF2B5EF4-FFF2-40B4-BE49-F238E27FC236}">
                <a16:creationId xmlns:a16="http://schemas.microsoft.com/office/drawing/2014/main" id="{56A39BE6-813E-1E9E-BE7A-F858BFFC36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66440" y="2452800"/>
            <a:ext cx="307200" cy="307200"/>
          </a:xfrm>
          <a:prstGeom prst="rect">
            <a:avLst/>
          </a:prstGeom>
        </p:spPr>
      </p:pic>
      <p:sp>
        <p:nvSpPr>
          <p:cNvPr id="44" name="Text">
            <a:extLst>
              <a:ext uri="{FF2B5EF4-FFF2-40B4-BE49-F238E27FC236}">
                <a16:creationId xmlns:a16="http://schemas.microsoft.com/office/drawing/2014/main" id="{1A08AF2C-0085-0E20-5302-107B015E0EC3}"/>
              </a:ext>
            </a:extLst>
          </p:cNvPr>
          <p:cNvSpPr/>
          <p:nvPr/>
        </p:nvSpPr>
        <p:spPr>
          <a:xfrm>
            <a:off x="483640" y="5908880"/>
            <a:ext cx="1109472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5F7F9"/>
                </a:solidFill>
                <a:latin typeface="Calibri" pitchFamily="34" charset="0"/>
              </a:rPr>
              <a:t>(*) All customer data (existing OOBA customers) to be provided by OOBA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F6D2DE43-1F08-0D48-8555-56E50CF3639A}">
  <we:reference id="wa200003052" version="1.0.0.0" store="en-US" storeType="OMEX"/>
  <we:alternateReferences>
    <we:reference id="WA200003052" version="1.0.0.0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3C1DC297-4BC7-CC4C-8650-72D565BA2A30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913a933c-91bc-41ea-b83c-3b61aa4433d8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A5EFB6AC14FB4185F753ADE2FBBD8E" ma:contentTypeVersion="16" ma:contentTypeDescription="Create a new document." ma:contentTypeScope="" ma:versionID="3d54870faaa681fd9102955c05c72dd5">
  <xsd:schema xmlns:xsd="http://www.w3.org/2001/XMLSchema" xmlns:xs="http://www.w3.org/2001/XMLSchema" xmlns:p="http://schemas.microsoft.com/office/2006/metadata/properties" xmlns:ns2="4d3ef53e-8156-4ea7-b096-a070a847f892" xmlns:ns3="40f00ef8-db8f-4715-8532-1d4398c0116e" targetNamespace="http://schemas.microsoft.com/office/2006/metadata/properties" ma:root="true" ma:fieldsID="6c2fa08afd0c47f08d1b5ec367a4104f" ns2:_="" ns3:_="">
    <xsd:import namespace="4d3ef53e-8156-4ea7-b096-a070a847f892"/>
    <xsd:import namespace="40f00ef8-db8f-4715-8532-1d4398c0116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  <xsd:element ref="ns2:InformationClassifi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3ef53e-8156-4ea7-b096-a070a847f89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54d1e14-a102-48c8-8e1e-c1b118d551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InformationClassification" ma:index="22" nillable="true" ma:displayName="Information Classification" ma:default="Internal – Confidential" ma:description="To Classify our documents in our site" ma:format="Dropdown" ma:internalName="InformationClassification">
      <xsd:simpleType>
        <xsd:restriction base="dms:Choice">
          <xsd:enumeration value="Internal – Confidential"/>
          <xsd:enumeration value="Internal – General"/>
          <xsd:enumeration value="External – Confidential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f00ef8-db8f-4715-8532-1d4398c0116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d11d4fcf-8f08-4598-9b53-906d41f72bd9}" ma:internalName="TaxCatchAll" ma:showField="CatchAllData" ma:web="40f00ef8-db8f-4715-8532-1d4398c0116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f00ef8-db8f-4715-8532-1d4398c0116e" xsi:nil="true"/>
    <lcf76f155ced4ddcb4097134ff3c332f xmlns="4d3ef53e-8156-4ea7-b096-a070a847f892">
      <Terms xmlns="http://schemas.microsoft.com/office/infopath/2007/PartnerControls"/>
    </lcf76f155ced4ddcb4097134ff3c332f>
    <InformationClassification xmlns="4d3ef53e-8156-4ea7-b096-a070a847f892">Internal – Confidential</InformationClassification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EA9806-2131-450A-8BAB-0E898B2E3F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3ef53e-8156-4ea7-b096-a070a847f892"/>
    <ds:schemaRef ds:uri="40f00ef8-db8f-4715-8532-1d4398c011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DDF9413-43A3-484B-B8E2-CE811E1EABC0}">
  <ds:schemaRefs>
    <ds:schemaRef ds:uri="http://schemas.microsoft.com/office/infopath/2007/PartnerControls"/>
    <ds:schemaRef ds:uri="40f00ef8-db8f-4715-8532-1d4398c0116e"/>
    <ds:schemaRef ds:uri="http://schemas.microsoft.com/office/2006/metadata/properties"/>
    <ds:schemaRef ds:uri="http://purl.org/dc/terms/"/>
    <ds:schemaRef ds:uri="http://schemas.openxmlformats.org/package/2006/metadata/core-properties"/>
    <ds:schemaRef ds:uri="4d3ef53e-8156-4ea7-b096-a070a847f892"/>
    <ds:schemaRef ds:uri="http://schemas.microsoft.com/office/2006/documentManagement/types"/>
    <ds:schemaRef ds:uri="http://www.w3.org/XML/1998/namespace"/>
    <ds:schemaRef ds:uri="http://purl.org/dc/dcmitype/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047A3C9A-A2F3-46D6-99C6-591D4EE65D1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68588001-fd90-45e4-9fbd-5067f7ef8966}" enabled="1" method="Standard" siteId="{77c2790b-3f29-4f3a-b518-019ffdcb53d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</TotalTime>
  <Words>650</Words>
  <Application>Microsoft Macintosh PowerPoint</Application>
  <PresentationFormat>Widescreen</PresentationFormat>
  <Paragraphs>115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Avenir Medium</vt:lpstr>
      <vt:lpstr>Calibri</vt:lpstr>
      <vt:lpstr>Poiret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Shalekoff</dc:creator>
  <cp:lastModifiedBy>Craig Shalekoff</cp:lastModifiedBy>
  <cp:revision>5</cp:revision>
  <cp:lastPrinted>2025-10-15T09:27:28Z</cp:lastPrinted>
  <dcterms:created xsi:type="dcterms:W3CDTF">2021-02-24T13:54:42Z</dcterms:created>
  <dcterms:modified xsi:type="dcterms:W3CDTF">2026-08-12T10:26:29Z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0x01010057A5EFB6AC14FB4185F753ADE2FBBD8E</vt:lpwstr>
  </property>
  <property fmtid="{D5CDD505-2E9C-101B-9397-08002B2CF9AE}" pid="3" name="MediaServiceImageTags">
    <vt:lpwstr/>
  </property>
</Properties>
</file>